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0:00–0:25 (25 seconds)</a:t>
            </a:r>
          </a:p>
          <a:p>
            <a:r>
              <a:t>Today I’ll show data engineering use cases with Jev. We often have a record or some metadata and need a bounded decision: does it meet a condition, or which category fits? Jev returns typed results our pipeline can use directly. First, a little background, then the demos.</a:t>
            </a:r>
          </a:p>
          <a:p>
            <a:r>
              <a:t>Source: https://docs.typesafe.ai/introduction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TypeSafe</a:t>
            </a:r>
            <a:r>
              <a:rPr dirty="0"/>
              <a:t> uses System One for models designed to make fast, structured decisions. The name borrows from fast, intuitive thinking in Daniel Kahneman’s System 1 and System 2 framing. It is a product framing, rather than a claim about how a brain works. </a:t>
            </a:r>
            <a:r>
              <a:rPr dirty="0" err="1"/>
              <a:t>TypeSafe</a:t>
            </a:r>
            <a:r>
              <a:rPr dirty="0"/>
              <a:t> introduced </a:t>
            </a:r>
            <a:r>
              <a:rPr dirty="0" err="1"/>
              <a:t>Jev</a:t>
            </a:r>
            <a:r>
              <a:rPr dirty="0"/>
              <a:t> in September 2026.</a:t>
            </a:r>
          </a:p>
          <a:p>
            <a:r>
              <a:rPr dirty="0"/>
              <a:t>The engineering contract is straightforward: supply state and typed questions, receive typed answers and probabilities. </a:t>
            </a:r>
            <a:r>
              <a:rPr dirty="0" err="1"/>
              <a:t>TypeSafe</a:t>
            </a:r>
            <a:r>
              <a:rPr dirty="0"/>
              <a:t> describes a specialized architecture, parallel sampler and training called Reinforcement Learning for Calibrated Decisions. Let’s look at why that interface can be efficient.</a:t>
            </a:r>
          </a:p>
          <a:p>
            <a:r>
              <a:rPr dirty="0"/>
              <a:t>Source: https://typesafe.ai/blog/introducing-system-one-models-and-jev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 difference is the output computation. A typical autoregressive LLM generates tokens sequentially, with each new token depending on the previous ones. Asking for JSON still requires that output decoding process.</a:t>
            </a:r>
          </a:p>
          <a:p>
            <a:r>
              <a:rPr dirty="0" err="1"/>
              <a:t>TypeSafe</a:t>
            </a:r>
            <a:r>
              <a:rPr dirty="0"/>
              <a:t> says </a:t>
            </a:r>
            <a:r>
              <a:rPr dirty="0" err="1"/>
              <a:t>Jev</a:t>
            </a:r>
            <a:r>
              <a:rPr dirty="0"/>
              <a:t> produces bounded answers and their probabilities in parallel. It avoids a variable-length string-generation loop. That removes sequential work, which helps explain lower latency and compute use. The narrower output contract also lets </a:t>
            </a:r>
            <a:r>
              <a:rPr dirty="0" err="1"/>
              <a:t>TypeSafe</a:t>
            </a:r>
            <a:r>
              <a:rPr dirty="0"/>
              <a:t> specialize its architecture and sampler for decisions. RLCD trains calibrated decisions, but we should not treat that training objective alone as a demonstrated cause of the speedup.</a:t>
            </a:r>
          </a:p>
          <a:p>
            <a:r>
              <a:rPr dirty="0"/>
              <a:t>For a pipeline, several independent checks can share one state. The trade-off is that </a:t>
            </a:r>
            <a:r>
              <a:rPr dirty="0" err="1"/>
              <a:t>Jev</a:t>
            </a:r>
            <a:r>
              <a:rPr dirty="0"/>
              <a:t> cannot write an explanation or generate SQL. Input processing and network overhead remain. Published gains depend on context length, the comparison model and its reasoning settings. The vendor has not disclosed enough internals to attribute an exact fraction of the savings to each mechanism.</a:t>
            </a:r>
          </a:p>
          <a:p>
            <a:r>
              <a:rPr dirty="0"/>
              <a:t>Source: https://typesafe.ai/blog/introducing-system-one-models-and-jev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There are three core question types. Noul returns the estimated probability of yes. Choice selects from options we define and supplies probabilities for them. Score places the state along an ordered rubric. Choice and Score also have a confidence field.</a:t>
            </a:r>
          </a:p>
          <a:p>
            <a:r>
              <a:rPr dirty="0"/>
              <a:t>These examples show how the types could fit data engineering: personal-data detection, domain ownership or documentation completeness. Several questions can share a state, but they are independent. If one needs another answer, our application orchestrates that dependency. An LLM can also produce structured output. </a:t>
            </a:r>
            <a:r>
              <a:rPr dirty="0" err="1"/>
              <a:t>Jev</a:t>
            </a:r>
            <a:r>
              <a:rPr dirty="0"/>
              <a:t> makes bounded decisions its core interface.</a:t>
            </a:r>
          </a:p>
          <a:p>
            <a:r>
              <a:rPr dirty="0"/>
              <a:t>Sources: https://docs.typesafe.ai/introduction ; https://docs.typesafe.ai/primitives/noul ; https://docs.typesafe.ai/primitives/choice ; https://docs.typesafe.ai/primitives/score ; https://docs.typesafe.ai/concepts/state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is the bridge to the demo’s decision bands. Suppose the question asks whether a record satisfies an acceptance rule. Our code maps the model’s probability to an action. Here, below 0.20 rejects, 0.20 through below 0.80 goes to review, and 0.80 or higher accepts. These thresholds illustrate the idea, rather than recommended defaults.</a:t>
            </a:r>
          </a:p>
          <a:p>
            <a:r>
              <a:rPr dirty="0"/>
              <a:t>The question’s direction matters. A high probability of sensitive data should trigger a protective action. We tune thresholds on labeled examples, weighing false accepts, false rejects and review costs. Calibration means predictions near 80 percent should be correct about 80 percent of the time across comparable cases. We need to check that on our data. A valid output type can still contain a wrong judgment.</a:t>
            </a:r>
          </a:p>
          <a:p>
            <a:r>
              <a:rPr dirty="0"/>
              <a:t>Sources: https://docs.typesafe.ai/primitives/noul ; https://docs.typesafe.ai/confidence</a:t>
            </a:r>
          </a:p>
          <a:p>
            <a:r>
              <a:rPr dirty="0"/>
              <a:t>Design reference: attached ui.py. Thresholds are illustrative.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the demos, watch what information </a:t>
            </a:r>
            <a:r>
              <a:rPr dirty="0" err="1"/>
              <a:t>Jev</a:t>
            </a:r>
            <a:r>
              <a:rPr dirty="0"/>
              <a:t> receives, how the question and thresholds change the action, and where the model is wrong or uncertain. Missing context and vague criteria can affect a perfectly valid API response. We control the policy, including when to send a case for review.</a:t>
            </a:r>
          </a:p>
          <a:p>
            <a:r>
              <a:rPr dirty="0"/>
              <a:t>For a real pipeline, I would compare against existing rules on labeled examples, track false accepts and false rejects, and measure the review workload. I would also measure latency and cost including retries, and log the model version and decision configuration.</a:t>
            </a:r>
          </a:p>
          <a:p>
            <a:r>
              <a:rPr dirty="0"/>
              <a:t>The demos use synthetic data and support live API calls or recorded answers. I’ll make clear which mode is active. Let’s look at the first case.</a:t>
            </a:r>
          </a:p>
          <a:p>
            <a:r>
              <a:rPr dirty="0"/>
              <a:t>Source for demo behavior: attached ui.py. Evaluation suggestions are engineering 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slide">
    <p:bg>
      <p:bgPr>
        <a:solidFill>
          <a:srgbClr val="E6EBE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E88F4F5-F789-40AD-8419-0CE7F39284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72539" y="133518"/>
            <a:ext cx="4919461" cy="4934309"/>
          </a:xfrm>
          <a:prstGeom prst="rect">
            <a:avLst/>
          </a:prstGeom>
        </p:spPr>
      </p:pic>
      <p:sp>
        <p:nvSpPr>
          <p:cNvPr id="18" name="Vrije vorm: vorm 17">
            <a:extLst>
              <a:ext uri="{FF2B5EF4-FFF2-40B4-BE49-F238E27FC236}">
                <a16:creationId xmlns:a16="http://schemas.microsoft.com/office/drawing/2014/main" id="{B975637C-D97E-429D-AC0A-27FBFFE7A722}"/>
              </a:ext>
            </a:extLst>
          </p:cNvPr>
          <p:cNvSpPr>
            <a:spLocks noGrp="1"/>
          </p:cNvSpPr>
          <p:nvPr/>
        </p:nvSpPr>
        <p:spPr>
          <a:xfrm>
            <a:off x="-10723" y="6539746"/>
            <a:ext cx="12202723" cy="318254"/>
          </a:xfrm>
          <a:custGeom>
            <a:avLst/>
            <a:gdLst>
              <a:gd name="connsiteX0" fmla="*/ 0 w 12202723"/>
              <a:gd name="connsiteY0" fmla="*/ 0 h 318254"/>
              <a:gd name="connsiteX1" fmla="*/ 12202723 w 12202723"/>
              <a:gd name="connsiteY1" fmla="*/ 0 h 318254"/>
              <a:gd name="connsiteX2" fmla="*/ 12202723 w 12202723"/>
              <a:gd name="connsiteY2" fmla="*/ 318254 h 318254"/>
              <a:gd name="connsiteX3" fmla="*/ 0 w 12202723"/>
              <a:gd name="connsiteY3" fmla="*/ 318254 h 318254"/>
            </a:gdLst>
            <a:ahLst/>
            <a:cxnLst/>
            <a:rect l="l" t="t" r="r" b="b"/>
            <a:pathLst>
              <a:path w="12202723" h="318254">
                <a:moveTo>
                  <a:pt x="0" y="0"/>
                </a:moveTo>
                <a:lnTo>
                  <a:pt x="12202723" y="0"/>
                </a:lnTo>
                <a:lnTo>
                  <a:pt x="12202723" y="318254"/>
                </a:lnTo>
                <a:lnTo>
                  <a:pt x="0" y="318254"/>
                </a:lnTo>
                <a:close/>
              </a:path>
            </a:pathLst>
          </a:custGeom>
          <a:gradFill flip="none" rotWithShape="1">
            <a:gsLst>
              <a:gs pos="1000">
                <a:srgbClr val="D65A29"/>
              </a:gs>
              <a:gs pos="99000">
                <a:srgbClr val="FF7A00"/>
              </a:gs>
            </a:gsLst>
            <a:lin ang="0" scaled="1"/>
            <a:tileRect/>
          </a:gradFill>
          <a:ln w="12709" cap="flat">
            <a:noFill/>
            <a:prstDash val="solid"/>
            <a:miter/>
          </a:ln>
        </p:spPr>
        <p:txBody>
          <a:bodyPr anchor="ctr"/>
          <a:lstStyle/>
          <a:p>
            <a:endParaRPr/>
          </a:p>
        </p:txBody>
      </p:sp>
      <p:sp>
        <p:nvSpPr>
          <p:cNvPr id="85" name="Vrije vorm: vorm 84">
            <a:extLst>
              <a:ext uri="{FF2B5EF4-FFF2-40B4-BE49-F238E27FC236}">
                <a16:creationId xmlns:a16="http://schemas.microsoft.com/office/drawing/2014/main" id="{27A5AE58-2B4F-4FA1-8351-7BABDABE82B1}"/>
              </a:ext>
            </a:extLst>
          </p:cNvPr>
          <p:cNvSpPr>
            <a:spLocks noGrp="1"/>
          </p:cNvSpPr>
          <p:nvPr/>
        </p:nvSpPr>
        <p:spPr>
          <a:xfrm>
            <a:off x="9969403" y="5572020"/>
            <a:ext cx="1386932" cy="62695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86" name="Vrije vorm: vorm 85">
            <a:extLst>
              <a:ext uri="{FF2B5EF4-FFF2-40B4-BE49-F238E27FC236}">
                <a16:creationId xmlns:a16="http://schemas.microsoft.com/office/drawing/2014/main" id="{DFB7FDC7-5923-4B53-925E-E7A6747BE58D}"/>
              </a:ext>
            </a:extLst>
          </p:cNvPr>
          <p:cNvSpPr>
            <a:spLocks noGrp="1"/>
          </p:cNvSpPr>
          <p:nvPr/>
        </p:nvSpPr>
        <p:spPr>
          <a:xfrm>
            <a:off x="10246531" y="5351251"/>
            <a:ext cx="130718" cy="133518"/>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87" name="Vrije vorm: vorm 86">
            <a:extLst>
              <a:ext uri="{FF2B5EF4-FFF2-40B4-BE49-F238E27FC236}">
                <a16:creationId xmlns:a16="http://schemas.microsoft.com/office/drawing/2014/main" id="{9891470F-1C59-44B2-94F4-9BD687ABBFB0}"/>
              </a:ext>
            </a:extLst>
          </p:cNvPr>
          <p:cNvSpPr>
            <a:spLocks noGrp="1"/>
          </p:cNvSpPr>
          <p:nvPr/>
        </p:nvSpPr>
        <p:spPr>
          <a:xfrm>
            <a:off x="10278443" y="5378196"/>
            <a:ext cx="66895" cy="79629"/>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54" name="Titel 53">
            <a:extLst>
              <a:ext uri="{FF2B5EF4-FFF2-40B4-BE49-F238E27FC236}">
                <a16:creationId xmlns:a16="http://schemas.microsoft.com/office/drawing/2014/main" id="{DEB754CE-23BE-4986-902E-F38BDA25E195}"/>
              </a:ext>
            </a:extLst>
          </p:cNvPr>
          <p:cNvSpPr>
            <a:spLocks noGrp="1"/>
          </p:cNvSpPr>
          <p:nvPr>
            <p:ph type="title" hasCustomPrompt="1"/>
          </p:nvPr>
        </p:nvSpPr>
        <p:spPr>
          <a:xfrm>
            <a:off x="839788" y="563880"/>
            <a:ext cx="6123582" cy="2514719"/>
          </a:xfrm>
        </p:spPr>
        <p:txBody>
          <a:bodyPr anchor="b"/>
          <a:lstStyle>
            <a:lvl1pPr>
              <a:lnSpc>
                <a:spcPct val="75000"/>
              </a:lnSpc>
              <a:buNone/>
              <a:defRPr/>
            </a:lvl1pPr>
          </a:lstStyle>
          <a:p>
            <a:r>
              <a:t>Here comes the title of the presentation</a:t>
            </a:r>
          </a:p>
        </p:txBody>
      </p:sp>
      <p:sp>
        <p:nvSpPr>
          <p:cNvPr id="56" name="Tijdelijke aanduiding voor tekst 55">
            <a:extLst>
              <a:ext uri="{FF2B5EF4-FFF2-40B4-BE49-F238E27FC236}">
                <a16:creationId xmlns:a16="http://schemas.microsoft.com/office/drawing/2014/main" id="{131D973E-B835-446C-814B-17D227D52A64}"/>
              </a:ext>
            </a:extLst>
          </p:cNvPr>
          <p:cNvSpPr>
            <a:spLocks noGrp="1"/>
          </p:cNvSpPr>
          <p:nvPr>
            <p:ph type="body" idx="10" hasCustomPrompt="1"/>
          </p:nvPr>
        </p:nvSpPr>
        <p:spPr>
          <a:xfrm>
            <a:off x="839134" y="3247996"/>
            <a:ext cx="6124236" cy="760124"/>
          </a:xfrm>
        </p:spPr>
        <p:txBody>
          <a:bodyPr>
            <a:normAutofit/>
          </a:bodyPr>
          <a:lstStyle>
            <a:lvl1pPr marL="0" indent="0">
              <a:buNone/>
              <a:defRPr sz="2200" b="1">
                <a:solidFill>
                  <a:srgbClr val="FF7A00"/>
                </a:solidFill>
              </a:defRPr>
            </a:lvl1pPr>
          </a:lstStyle>
          <a:p>
            <a:pPr lvl="0">
              <a:buNone/>
            </a:pPr>
            <a:r>
              <a:t>This is a subtitle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slide - DiP groen">
    <p:bg>
      <p:bgPr>
        <a:solidFill>
          <a:srgbClr val="044318"/>
        </a:solidFill>
        <a:effectLst/>
      </p:bgPr>
    </p:bg>
    <p:spTree>
      <p:nvGrpSpPr>
        <p:cNvPr id="1" name=""/>
        <p:cNvGrpSpPr/>
        <p:nvPr/>
      </p:nvGrpSpPr>
      <p:grpSpPr>
        <a:xfrm>
          <a:off x="0" y="0"/>
          <a:ext cx="0" cy="0"/>
          <a:chOff x="0" y="0"/>
          <a:chExt cx="0" cy="0"/>
        </a:xfrm>
      </p:grpSpPr>
      <p:sp>
        <p:nvSpPr>
          <p:cNvPr id="18" name="Vrije vorm: vorm 17">
            <a:extLst>
              <a:ext uri="{FF2B5EF4-FFF2-40B4-BE49-F238E27FC236}">
                <a16:creationId xmlns:a16="http://schemas.microsoft.com/office/drawing/2014/main" id="{B975637C-D97E-429D-AC0A-27FBFFE7A722}"/>
              </a:ext>
            </a:extLst>
          </p:cNvPr>
          <p:cNvSpPr>
            <a:spLocks noGrp="1"/>
          </p:cNvSpPr>
          <p:nvPr/>
        </p:nvSpPr>
        <p:spPr>
          <a:xfrm>
            <a:off x="-10723" y="6539746"/>
            <a:ext cx="12202723" cy="318254"/>
          </a:xfrm>
          <a:custGeom>
            <a:avLst/>
            <a:gdLst>
              <a:gd name="connsiteX0" fmla="*/ 0 w 12202723"/>
              <a:gd name="connsiteY0" fmla="*/ 0 h 318254"/>
              <a:gd name="connsiteX1" fmla="*/ 12202723 w 12202723"/>
              <a:gd name="connsiteY1" fmla="*/ 0 h 318254"/>
              <a:gd name="connsiteX2" fmla="*/ 12202723 w 12202723"/>
              <a:gd name="connsiteY2" fmla="*/ 318254 h 318254"/>
              <a:gd name="connsiteX3" fmla="*/ 0 w 12202723"/>
              <a:gd name="connsiteY3" fmla="*/ 318254 h 318254"/>
            </a:gdLst>
            <a:ahLst/>
            <a:cxnLst/>
            <a:rect l="l" t="t" r="r" b="b"/>
            <a:pathLst>
              <a:path w="12202723" h="318254">
                <a:moveTo>
                  <a:pt x="0" y="0"/>
                </a:moveTo>
                <a:lnTo>
                  <a:pt x="12202723" y="0"/>
                </a:lnTo>
                <a:lnTo>
                  <a:pt x="12202723" y="318254"/>
                </a:lnTo>
                <a:lnTo>
                  <a:pt x="0" y="318254"/>
                </a:lnTo>
                <a:close/>
              </a:path>
            </a:pathLst>
          </a:custGeom>
          <a:gradFill flip="none" rotWithShape="1">
            <a:gsLst>
              <a:gs pos="1000">
                <a:srgbClr val="D65A29"/>
              </a:gs>
              <a:gs pos="99000">
                <a:srgbClr val="FF7A00"/>
              </a:gs>
            </a:gsLst>
            <a:lin ang="0" scaled="1"/>
            <a:tileRect/>
          </a:gradFill>
          <a:ln w="12709" cap="flat">
            <a:noFill/>
            <a:prstDash val="solid"/>
            <a:miter/>
          </a:ln>
        </p:spPr>
        <p:txBody>
          <a:bodyPr anchor="ctr"/>
          <a:lstStyle/>
          <a:p>
            <a:endParaRPr/>
          </a:p>
        </p:txBody>
      </p:sp>
      <p:sp>
        <p:nvSpPr>
          <p:cNvPr id="85" name="Vrije vorm: vorm 84">
            <a:extLst>
              <a:ext uri="{FF2B5EF4-FFF2-40B4-BE49-F238E27FC236}">
                <a16:creationId xmlns:a16="http://schemas.microsoft.com/office/drawing/2014/main" id="{27A5AE58-2B4F-4FA1-8351-7BABDABE82B1}"/>
              </a:ext>
            </a:extLst>
          </p:cNvPr>
          <p:cNvSpPr>
            <a:spLocks noGrp="1"/>
          </p:cNvSpPr>
          <p:nvPr/>
        </p:nvSpPr>
        <p:spPr>
          <a:xfrm>
            <a:off x="9969403" y="5572020"/>
            <a:ext cx="1386932" cy="62695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86" name="Vrije vorm: vorm 85">
            <a:extLst>
              <a:ext uri="{FF2B5EF4-FFF2-40B4-BE49-F238E27FC236}">
                <a16:creationId xmlns:a16="http://schemas.microsoft.com/office/drawing/2014/main" id="{DFB7FDC7-5923-4B53-925E-E7A6747BE58D}"/>
              </a:ext>
            </a:extLst>
          </p:cNvPr>
          <p:cNvSpPr>
            <a:spLocks noGrp="1"/>
          </p:cNvSpPr>
          <p:nvPr/>
        </p:nvSpPr>
        <p:spPr>
          <a:xfrm>
            <a:off x="10246531" y="5351251"/>
            <a:ext cx="130718" cy="133518"/>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87" name="Vrije vorm: vorm 86">
            <a:extLst>
              <a:ext uri="{FF2B5EF4-FFF2-40B4-BE49-F238E27FC236}">
                <a16:creationId xmlns:a16="http://schemas.microsoft.com/office/drawing/2014/main" id="{9891470F-1C59-44B2-94F4-9BD687ABBFB0}"/>
              </a:ext>
            </a:extLst>
          </p:cNvPr>
          <p:cNvSpPr>
            <a:spLocks noGrp="1"/>
          </p:cNvSpPr>
          <p:nvPr/>
        </p:nvSpPr>
        <p:spPr>
          <a:xfrm>
            <a:off x="10278443" y="5378196"/>
            <a:ext cx="66895" cy="79629"/>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54" name="Titel 53">
            <a:extLst>
              <a:ext uri="{FF2B5EF4-FFF2-40B4-BE49-F238E27FC236}">
                <a16:creationId xmlns:a16="http://schemas.microsoft.com/office/drawing/2014/main" id="{DEB754CE-23BE-4986-902E-F38BDA25E195}"/>
              </a:ext>
            </a:extLst>
          </p:cNvPr>
          <p:cNvSpPr>
            <a:spLocks noGrp="1"/>
          </p:cNvSpPr>
          <p:nvPr>
            <p:ph type="title" hasCustomPrompt="1"/>
          </p:nvPr>
        </p:nvSpPr>
        <p:spPr>
          <a:xfrm>
            <a:off x="839788" y="563880"/>
            <a:ext cx="6123582" cy="2514719"/>
          </a:xfrm>
        </p:spPr>
        <p:txBody>
          <a:bodyPr anchor="b"/>
          <a:lstStyle>
            <a:lvl1pPr>
              <a:lnSpc>
                <a:spcPct val="75000"/>
              </a:lnSpc>
              <a:buNone/>
              <a:defRPr>
                <a:solidFill>
                  <a:schemeClr val="bg1"/>
                </a:solidFill>
              </a:defRPr>
            </a:lvl1pPr>
          </a:lstStyle>
          <a:p>
            <a:r>
              <a:t>Here comes the title of the presentation</a:t>
            </a:r>
          </a:p>
        </p:txBody>
      </p:sp>
      <p:sp>
        <p:nvSpPr>
          <p:cNvPr id="56" name="Tijdelijke aanduiding voor tekst 55">
            <a:extLst>
              <a:ext uri="{FF2B5EF4-FFF2-40B4-BE49-F238E27FC236}">
                <a16:creationId xmlns:a16="http://schemas.microsoft.com/office/drawing/2014/main" id="{131D973E-B835-446C-814B-17D227D52A64}"/>
              </a:ext>
            </a:extLst>
          </p:cNvPr>
          <p:cNvSpPr>
            <a:spLocks noGrp="1"/>
          </p:cNvSpPr>
          <p:nvPr>
            <p:ph type="body" idx="10" hasCustomPrompt="1"/>
          </p:nvPr>
        </p:nvSpPr>
        <p:spPr>
          <a:xfrm>
            <a:off x="839134" y="3247996"/>
            <a:ext cx="6124236" cy="760124"/>
          </a:xfrm>
        </p:spPr>
        <p:txBody>
          <a:bodyPr>
            <a:normAutofit/>
          </a:bodyPr>
          <a:lstStyle>
            <a:lvl1pPr marL="0" indent="0">
              <a:buNone/>
              <a:defRPr sz="2200" b="1">
                <a:solidFill>
                  <a:srgbClr val="FF7A00"/>
                </a:solidFill>
              </a:defRPr>
            </a:lvl1pPr>
          </a:lstStyle>
          <a:p>
            <a:pPr lvl="0">
              <a:buNone/>
            </a:pPr>
            <a:r>
              <a:t>This is a subtitle</a:t>
            </a:r>
          </a:p>
        </p:txBody>
      </p:sp>
      <p:pic>
        <p:nvPicPr>
          <p:cNvPr id="7" name="Graphic 6">
            <a:extLst>
              <a:ext uri="{FF2B5EF4-FFF2-40B4-BE49-F238E27FC236}">
                <a16:creationId xmlns:a16="http://schemas.microsoft.com/office/drawing/2014/main" id="{A9F1601B-D767-481A-8B66-4650663245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72539" y="133518"/>
            <a:ext cx="4919461" cy="4934309"/>
          </a:xfrm>
          <a:prstGeom prst="rect">
            <a:avLst/>
          </a:prstGeom>
        </p:spPr>
      </p:pic>
      <p:pic>
        <p:nvPicPr>
          <p:cNvPr id="8" name="Picture 7">
            <a:extLst>
              <a:ext uri="{FF2B5EF4-FFF2-40B4-BE49-F238E27FC236}">
                <a16:creationId xmlns:a16="http://schemas.microsoft.com/office/drawing/2014/main" id="{F356F448-79D5-4E7D-A1A4-FF966D6F11FE}"/>
              </a:ext>
            </a:extLst>
          </p:cNvPr>
          <p:cNvPicPr>
            <a:picLocks noChangeAspect="1"/>
          </p:cNvPicPr>
          <p:nvPr/>
        </p:nvPicPr>
        <p:blipFill>
          <a:blip r:embed="rId3"/>
          <a:stretch>
            <a:fillRect/>
          </a:stretch>
        </p:blipFill>
        <p:spPr>
          <a:xfrm>
            <a:off x="3436620" y="0"/>
            <a:ext cx="8755380" cy="526318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slide afbeelding">
    <p:bg>
      <p:bgPr>
        <a:solidFill>
          <a:srgbClr val="E6EBE4"/>
        </a:solidFill>
        <a:effectLst/>
      </p:bgPr>
    </p:bg>
    <p:spTree>
      <p:nvGrpSpPr>
        <p:cNvPr id="1" name=""/>
        <p:cNvGrpSpPr/>
        <p:nvPr/>
      </p:nvGrpSpPr>
      <p:grpSpPr>
        <a:xfrm>
          <a:off x="0" y="0"/>
          <a:ext cx="0" cy="0"/>
          <a:chOff x="0" y="0"/>
          <a:chExt cx="0" cy="0"/>
        </a:xfrm>
      </p:grpSpPr>
      <p:sp>
        <p:nvSpPr>
          <p:cNvPr id="57" name="Vrije vorm: vorm 56">
            <a:extLst>
              <a:ext uri="{FF2B5EF4-FFF2-40B4-BE49-F238E27FC236}">
                <a16:creationId xmlns:a16="http://schemas.microsoft.com/office/drawing/2014/main" id="{9BA11B5F-D50C-4F94-AD8B-F988841F5BD5}"/>
              </a:ext>
            </a:extLst>
          </p:cNvPr>
          <p:cNvSpPr>
            <a:spLocks noGrp="1"/>
          </p:cNvSpPr>
          <p:nvPr/>
        </p:nvSpPr>
        <p:spPr>
          <a:xfrm>
            <a:off x="-10723" y="6539746"/>
            <a:ext cx="12202723" cy="318254"/>
          </a:xfrm>
          <a:custGeom>
            <a:avLst/>
            <a:gdLst>
              <a:gd name="connsiteX0" fmla="*/ 0 w 12202723"/>
              <a:gd name="connsiteY0" fmla="*/ 0 h 318254"/>
              <a:gd name="connsiteX1" fmla="*/ 12202723 w 12202723"/>
              <a:gd name="connsiteY1" fmla="*/ 0 h 318254"/>
              <a:gd name="connsiteX2" fmla="*/ 12202723 w 12202723"/>
              <a:gd name="connsiteY2" fmla="*/ 318254 h 318254"/>
              <a:gd name="connsiteX3" fmla="*/ 0 w 12202723"/>
              <a:gd name="connsiteY3" fmla="*/ 318254 h 318254"/>
            </a:gdLst>
            <a:ahLst/>
            <a:cxnLst/>
            <a:rect l="l" t="t" r="r" b="b"/>
            <a:pathLst>
              <a:path w="12202723" h="318254">
                <a:moveTo>
                  <a:pt x="0" y="0"/>
                </a:moveTo>
                <a:lnTo>
                  <a:pt x="12202723" y="0"/>
                </a:lnTo>
                <a:lnTo>
                  <a:pt x="12202723" y="318254"/>
                </a:lnTo>
                <a:lnTo>
                  <a:pt x="0" y="318254"/>
                </a:lnTo>
                <a:close/>
              </a:path>
            </a:pathLst>
          </a:custGeom>
          <a:gradFill flip="none" rotWithShape="1">
            <a:gsLst>
              <a:gs pos="1000">
                <a:srgbClr val="D65A29"/>
              </a:gs>
              <a:gs pos="99000">
                <a:srgbClr val="FF7A00"/>
              </a:gs>
            </a:gsLst>
            <a:lin ang="0" scaled="1"/>
            <a:tileRect/>
          </a:gradFill>
          <a:ln w="12709" cap="flat">
            <a:noFill/>
            <a:prstDash val="solid"/>
            <a:miter/>
          </a:ln>
        </p:spPr>
        <p:txBody>
          <a:bodyPr anchor="ctr"/>
          <a:lstStyle/>
          <a:p>
            <a:endParaRPr/>
          </a:p>
        </p:txBody>
      </p:sp>
      <p:sp>
        <p:nvSpPr>
          <p:cNvPr id="70" name="Vrije vorm: vorm 69">
            <a:extLst>
              <a:ext uri="{FF2B5EF4-FFF2-40B4-BE49-F238E27FC236}">
                <a16:creationId xmlns:a16="http://schemas.microsoft.com/office/drawing/2014/main" id="{49E1B13F-F52D-4521-9447-FF4E66C13210}"/>
              </a:ext>
            </a:extLst>
          </p:cNvPr>
          <p:cNvSpPr>
            <a:spLocks noGrp="1"/>
          </p:cNvSpPr>
          <p:nvPr/>
        </p:nvSpPr>
        <p:spPr>
          <a:xfrm>
            <a:off x="9969403" y="522893"/>
            <a:ext cx="1386932" cy="62695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71" name="Vrije vorm: vorm 70">
            <a:extLst>
              <a:ext uri="{FF2B5EF4-FFF2-40B4-BE49-F238E27FC236}">
                <a16:creationId xmlns:a16="http://schemas.microsoft.com/office/drawing/2014/main" id="{2F4A7A32-C13A-4D6F-9345-9B985EF02AE6}"/>
              </a:ext>
            </a:extLst>
          </p:cNvPr>
          <p:cNvSpPr>
            <a:spLocks noGrp="1"/>
          </p:cNvSpPr>
          <p:nvPr/>
        </p:nvSpPr>
        <p:spPr>
          <a:xfrm>
            <a:off x="10246531" y="302124"/>
            <a:ext cx="130718" cy="133518"/>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72" name="Vrije vorm: vorm 71">
            <a:extLst>
              <a:ext uri="{FF2B5EF4-FFF2-40B4-BE49-F238E27FC236}">
                <a16:creationId xmlns:a16="http://schemas.microsoft.com/office/drawing/2014/main" id="{81B7B1D6-A074-452A-A5F8-7D482CA6695A}"/>
              </a:ext>
            </a:extLst>
          </p:cNvPr>
          <p:cNvSpPr>
            <a:spLocks noGrp="1"/>
          </p:cNvSpPr>
          <p:nvPr/>
        </p:nvSpPr>
        <p:spPr>
          <a:xfrm>
            <a:off x="10278443" y="329069"/>
            <a:ext cx="66895" cy="79629"/>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pic>
        <p:nvPicPr>
          <p:cNvPr id="9" name="Graphic 8">
            <a:extLst>
              <a:ext uri="{FF2B5EF4-FFF2-40B4-BE49-F238E27FC236}">
                <a16:creationId xmlns:a16="http://schemas.microsoft.com/office/drawing/2014/main" id="{B026241E-4C78-4A78-8C40-E6387B23B8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06944" y="133519"/>
            <a:ext cx="3525281" cy="1522058"/>
          </a:xfrm>
          <a:prstGeom prst="rect">
            <a:avLst/>
          </a:prstGeom>
        </p:spPr>
      </p:pic>
      <p:sp>
        <p:nvSpPr>
          <p:cNvPr id="5" name="Titel 53">
            <a:extLst>
              <a:ext uri="{FF2B5EF4-FFF2-40B4-BE49-F238E27FC236}">
                <a16:creationId xmlns:a16="http://schemas.microsoft.com/office/drawing/2014/main" id="{3E74605B-C0F2-4921-BEB6-CB39DC7ECCF9}"/>
              </a:ext>
            </a:extLst>
          </p:cNvPr>
          <p:cNvSpPr>
            <a:spLocks noGrp="1"/>
          </p:cNvSpPr>
          <p:nvPr>
            <p:ph type="title" hasCustomPrompt="1"/>
          </p:nvPr>
        </p:nvSpPr>
        <p:spPr>
          <a:xfrm>
            <a:off x="6553200" y="3034615"/>
            <a:ext cx="4799012" cy="1945099"/>
          </a:xfrm>
        </p:spPr>
        <p:txBody>
          <a:bodyPr anchor="b"/>
          <a:lstStyle>
            <a:lvl1pPr>
              <a:lnSpc>
                <a:spcPct val="75000"/>
              </a:lnSpc>
              <a:buNone/>
              <a:defRPr>
                <a:solidFill>
                  <a:schemeClr val="tx2"/>
                </a:solidFill>
              </a:defRPr>
            </a:lvl1pPr>
          </a:lstStyle>
          <a:p>
            <a:r>
              <a:t>Here comes the title of the presentation</a:t>
            </a:r>
          </a:p>
        </p:txBody>
      </p:sp>
      <p:sp>
        <p:nvSpPr>
          <p:cNvPr id="6" name="Tijdelijke aanduiding voor tekst 55">
            <a:extLst>
              <a:ext uri="{FF2B5EF4-FFF2-40B4-BE49-F238E27FC236}">
                <a16:creationId xmlns:a16="http://schemas.microsoft.com/office/drawing/2014/main" id="{C8C7F602-F02E-C04B-1997-695E5FF3C97F}"/>
              </a:ext>
            </a:extLst>
          </p:cNvPr>
          <p:cNvSpPr>
            <a:spLocks noGrp="1"/>
          </p:cNvSpPr>
          <p:nvPr>
            <p:ph type="body" idx="11" hasCustomPrompt="1"/>
          </p:nvPr>
        </p:nvSpPr>
        <p:spPr>
          <a:xfrm>
            <a:off x="6552628" y="5149111"/>
            <a:ext cx="4799524" cy="760124"/>
          </a:xfrm>
        </p:spPr>
        <p:txBody>
          <a:bodyPr>
            <a:normAutofit/>
          </a:bodyPr>
          <a:lstStyle>
            <a:lvl1pPr marL="0" indent="0">
              <a:buNone/>
              <a:defRPr sz="2200" b="1">
                <a:solidFill>
                  <a:srgbClr val="FF7A00"/>
                </a:solidFill>
              </a:defRPr>
            </a:lvl1pPr>
          </a:lstStyle>
          <a:p>
            <a:pPr lvl="0">
              <a:buNone/>
            </a:pPr>
            <a:r>
              <a:t>This is a subtitle</a:t>
            </a:r>
          </a:p>
        </p:txBody>
      </p:sp>
      <p:sp>
        <p:nvSpPr>
          <p:cNvPr id="7" name="Picture Placeholder 7">
            <a:extLst>
              <a:ext uri="{FF2B5EF4-FFF2-40B4-BE49-F238E27FC236}">
                <a16:creationId xmlns:a16="http://schemas.microsoft.com/office/drawing/2014/main" id="{2D648A78-7FA5-EC51-E5A1-3E6607B9C4E7}"/>
              </a:ext>
            </a:extLst>
          </p:cNvPr>
          <p:cNvSpPr>
            <a:spLocks noGrp="1"/>
          </p:cNvSpPr>
          <p:nvPr>
            <p:ph type="pic" idx="14" hasCustomPrompt="1"/>
          </p:nvPr>
        </p:nvSpPr>
        <p:spPr>
          <a:xfrm flipH="1">
            <a:off x="-10723" y="1306"/>
            <a:ext cx="6217919" cy="5684068"/>
          </a:xfrm>
          <a:custGeom>
            <a:avLst/>
            <a:gdLst>
              <a:gd name="connsiteX0" fmla="*/ 2674799 w 5650090"/>
              <a:gd name="connsiteY0" fmla="*/ 0 h 5349616"/>
              <a:gd name="connsiteX1" fmla="*/ 5650090 w 5650090"/>
              <a:gd name="connsiteY1" fmla="*/ 0 h 5349616"/>
              <a:gd name="connsiteX2" fmla="*/ 5650090 w 5650090"/>
              <a:gd name="connsiteY2" fmla="*/ 5349616 h 5349616"/>
              <a:gd name="connsiteX3" fmla="*/ 2674799 w 5650090"/>
              <a:gd name="connsiteY3" fmla="*/ 5349616 h 5349616"/>
              <a:gd name="connsiteX4" fmla="*/ 0 w 5650090"/>
              <a:gd name="connsiteY4" fmla="*/ 2674797 h 5349616"/>
              <a:gd name="connsiteX5" fmla="*/ 2674799 w 5650090"/>
              <a:gd name="connsiteY5" fmla="*/ 0 h 5349616"/>
            </a:gdLst>
            <a:ahLst/>
            <a:cxnLst/>
            <a:rect l="l" t="t" r="r" b="b"/>
            <a:pathLst>
              <a:path w="5650090" h="5349616">
                <a:moveTo>
                  <a:pt x="2674799" y="0"/>
                </a:moveTo>
                <a:lnTo>
                  <a:pt x="5650090" y="0"/>
                </a:lnTo>
                <a:lnTo>
                  <a:pt x="5650090" y="5349616"/>
                </a:lnTo>
                <a:lnTo>
                  <a:pt x="2674799" y="5349616"/>
                </a:lnTo>
                <a:cubicBezTo>
                  <a:pt x="1197549" y="5349616"/>
                  <a:pt x="0" y="4152052"/>
                  <a:pt x="0" y="2674797"/>
                </a:cubicBezTo>
                <a:cubicBezTo>
                  <a:pt x="0" y="1197547"/>
                  <a:pt x="1197549" y="0"/>
                  <a:pt x="2674799" y="0"/>
                </a:cubicBezTo>
                <a:close/>
              </a:path>
            </a:pathLst>
          </a:custGeom>
          <a:solidFill>
            <a:schemeClr val="bg1"/>
          </a:solidFill>
        </p:spPr>
        <p:txBody>
          <a:bodyPr wrap="square" anchor="ctr">
            <a:noAutofit/>
          </a:bodyPr>
          <a:lstStyle>
            <a:lvl1pPr marL="0" indent="0" algn="ctr">
              <a:buNone/>
              <a:defRPr/>
            </a:lvl1pPr>
          </a:lstStyle>
          <a:p>
            <a:r>
              <a:t>Add a picture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slide afbeelding - DiP groen">
    <p:bg>
      <p:bgPr>
        <a:solidFill>
          <a:srgbClr val="044318"/>
        </a:solidFill>
        <a:effectLst/>
      </p:bgPr>
    </p:bg>
    <p:spTree>
      <p:nvGrpSpPr>
        <p:cNvPr id="1" name=""/>
        <p:cNvGrpSpPr/>
        <p:nvPr/>
      </p:nvGrpSpPr>
      <p:grpSpPr>
        <a:xfrm>
          <a:off x="0" y="0"/>
          <a:ext cx="0" cy="0"/>
          <a:chOff x="0" y="0"/>
          <a:chExt cx="0" cy="0"/>
        </a:xfrm>
      </p:grpSpPr>
      <p:sp>
        <p:nvSpPr>
          <p:cNvPr id="57" name="Vrije vorm: vorm 56">
            <a:extLst>
              <a:ext uri="{FF2B5EF4-FFF2-40B4-BE49-F238E27FC236}">
                <a16:creationId xmlns:a16="http://schemas.microsoft.com/office/drawing/2014/main" id="{9BA11B5F-D50C-4F94-AD8B-F988841F5BD5}"/>
              </a:ext>
            </a:extLst>
          </p:cNvPr>
          <p:cNvSpPr>
            <a:spLocks noGrp="1"/>
          </p:cNvSpPr>
          <p:nvPr/>
        </p:nvSpPr>
        <p:spPr>
          <a:xfrm>
            <a:off x="-10723" y="6539746"/>
            <a:ext cx="12202723" cy="318254"/>
          </a:xfrm>
          <a:custGeom>
            <a:avLst/>
            <a:gdLst>
              <a:gd name="connsiteX0" fmla="*/ 0 w 12202723"/>
              <a:gd name="connsiteY0" fmla="*/ 0 h 318254"/>
              <a:gd name="connsiteX1" fmla="*/ 12202723 w 12202723"/>
              <a:gd name="connsiteY1" fmla="*/ 0 h 318254"/>
              <a:gd name="connsiteX2" fmla="*/ 12202723 w 12202723"/>
              <a:gd name="connsiteY2" fmla="*/ 318254 h 318254"/>
              <a:gd name="connsiteX3" fmla="*/ 0 w 12202723"/>
              <a:gd name="connsiteY3" fmla="*/ 318254 h 318254"/>
            </a:gdLst>
            <a:ahLst/>
            <a:cxnLst/>
            <a:rect l="l" t="t" r="r" b="b"/>
            <a:pathLst>
              <a:path w="12202723" h="318254">
                <a:moveTo>
                  <a:pt x="0" y="0"/>
                </a:moveTo>
                <a:lnTo>
                  <a:pt x="12202723" y="0"/>
                </a:lnTo>
                <a:lnTo>
                  <a:pt x="12202723" y="318254"/>
                </a:lnTo>
                <a:lnTo>
                  <a:pt x="0" y="318254"/>
                </a:lnTo>
                <a:close/>
              </a:path>
            </a:pathLst>
          </a:custGeom>
          <a:gradFill flip="none" rotWithShape="1">
            <a:gsLst>
              <a:gs pos="1000">
                <a:srgbClr val="D65A29"/>
              </a:gs>
              <a:gs pos="99000">
                <a:srgbClr val="FF7A00"/>
              </a:gs>
            </a:gsLst>
            <a:lin ang="0" scaled="1"/>
            <a:tileRect/>
          </a:gradFill>
          <a:ln w="12709" cap="flat">
            <a:noFill/>
            <a:prstDash val="solid"/>
            <a:miter/>
          </a:ln>
        </p:spPr>
        <p:txBody>
          <a:bodyPr anchor="ctr"/>
          <a:lstStyle/>
          <a:p>
            <a:endParaRPr/>
          </a:p>
        </p:txBody>
      </p:sp>
      <p:sp>
        <p:nvSpPr>
          <p:cNvPr id="70" name="Vrije vorm: vorm 69">
            <a:extLst>
              <a:ext uri="{FF2B5EF4-FFF2-40B4-BE49-F238E27FC236}">
                <a16:creationId xmlns:a16="http://schemas.microsoft.com/office/drawing/2014/main" id="{49E1B13F-F52D-4521-9447-FF4E66C13210}"/>
              </a:ext>
            </a:extLst>
          </p:cNvPr>
          <p:cNvSpPr>
            <a:spLocks noGrp="1"/>
          </p:cNvSpPr>
          <p:nvPr/>
        </p:nvSpPr>
        <p:spPr>
          <a:xfrm>
            <a:off x="9969403" y="522893"/>
            <a:ext cx="1386932" cy="62695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71" name="Vrije vorm: vorm 70">
            <a:extLst>
              <a:ext uri="{FF2B5EF4-FFF2-40B4-BE49-F238E27FC236}">
                <a16:creationId xmlns:a16="http://schemas.microsoft.com/office/drawing/2014/main" id="{2F4A7A32-C13A-4D6F-9345-9B985EF02AE6}"/>
              </a:ext>
            </a:extLst>
          </p:cNvPr>
          <p:cNvSpPr>
            <a:spLocks noGrp="1"/>
          </p:cNvSpPr>
          <p:nvPr/>
        </p:nvSpPr>
        <p:spPr>
          <a:xfrm>
            <a:off x="10246531" y="302124"/>
            <a:ext cx="130718" cy="133518"/>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72" name="Vrije vorm: vorm 71">
            <a:extLst>
              <a:ext uri="{FF2B5EF4-FFF2-40B4-BE49-F238E27FC236}">
                <a16:creationId xmlns:a16="http://schemas.microsoft.com/office/drawing/2014/main" id="{81B7B1D6-A074-452A-A5F8-7D482CA6695A}"/>
              </a:ext>
            </a:extLst>
          </p:cNvPr>
          <p:cNvSpPr>
            <a:spLocks noGrp="1"/>
          </p:cNvSpPr>
          <p:nvPr/>
        </p:nvSpPr>
        <p:spPr>
          <a:xfrm>
            <a:off x="10278443" y="329069"/>
            <a:ext cx="66895" cy="79629"/>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pic>
        <p:nvPicPr>
          <p:cNvPr id="9" name="Picture 8">
            <a:extLst>
              <a:ext uri="{FF2B5EF4-FFF2-40B4-BE49-F238E27FC236}">
                <a16:creationId xmlns:a16="http://schemas.microsoft.com/office/drawing/2014/main" id="{348E963D-CB00-48EC-BA5B-96004347FEFF}"/>
              </a:ext>
            </a:extLst>
          </p:cNvPr>
          <p:cNvPicPr>
            <a:picLocks noChangeAspect="1"/>
          </p:cNvPicPr>
          <p:nvPr/>
        </p:nvPicPr>
        <p:blipFill>
          <a:blip r:embed="rId2"/>
          <a:stretch>
            <a:fillRect/>
          </a:stretch>
        </p:blipFill>
        <p:spPr>
          <a:xfrm>
            <a:off x="1172234" y="-1"/>
            <a:ext cx="8406106" cy="3873150"/>
          </a:xfrm>
          <a:prstGeom prst="rect">
            <a:avLst/>
          </a:prstGeom>
        </p:spPr>
      </p:pic>
      <p:sp>
        <p:nvSpPr>
          <p:cNvPr id="14" name="Titel 53">
            <a:extLst>
              <a:ext uri="{FF2B5EF4-FFF2-40B4-BE49-F238E27FC236}">
                <a16:creationId xmlns:a16="http://schemas.microsoft.com/office/drawing/2014/main" id="{C817D8FE-2F91-1C3B-DEEF-2DD052B79273}"/>
              </a:ext>
            </a:extLst>
          </p:cNvPr>
          <p:cNvSpPr>
            <a:spLocks noGrp="1"/>
          </p:cNvSpPr>
          <p:nvPr>
            <p:ph type="title" hasCustomPrompt="1"/>
          </p:nvPr>
        </p:nvSpPr>
        <p:spPr>
          <a:xfrm>
            <a:off x="6553200" y="3034615"/>
            <a:ext cx="4799012" cy="1945099"/>
          </a:xfrm>
        </p:spPr>
        <p:txBody>
          <a:bodyPr anchor="b"/>
          <a:lstStyle>
            <a:lvl1pPr>
              <a:lnSpc>
                <a:spcPct val="75000"/>
              </a:lnSpc>
              <a:buNone/>
              <a:defRPr>
                <a:solidFill>
                  <a:schemeClr val="bg1"/>
                </a:solidFill>
              </a:defRPr>
            </a:lvl1pPr>
          </a:lstStyle>
          <a:p>
            <a:r>
              <a:t>Here comes the title of the presentation</a:t>
            </a:r>
          </a:p>
        </p:txBody>
      </p:sp>
      <p:sp>
        <p:nvSpPr>
          <p:cNvPr id="15" name="Tijdelijke aanduiding voor tekst 55">
            <a:extLst>
              <a:ext uri="{FF2B5EF4-FFF2-40B4-BE49-F238E27FC236}">
                <a16:creationId xmlns:a16="http://schemas.microsoft.com/office/drawing/2014/main" id="{3BC80C07-47A0-FBAD-2E22-2DC841B89D3B}"/>
              </a:ext>
            </a:extLst>
          </p:cNvPr>
          <p:cNvSpPr>
            <a:spLocks noGrp="1"/>
          </p:cNvSpPr>
          <p:nvPr>
            <p:ph type="body" idx="11" hasCustomPrompt="1"/>
          </p:nvPr>
        </p:nvSpPr>
        <p:spPr>
          <a:xfrm>
            <a:off x="6552628" y="5149111"/>
            <a:ext cx="4799524" cy="760124"/>
          </a:xfrm>
        </p:spPr>
        <p:txBody>
          <a:bodyPr>
            <a:normAutofit/>
          </a:bodyPr>
          <a:lstStyle>
            <a:lvl1pPr marL="0" indent="0">
              <a:buNone/>
              <a:defRPr sz="2200" b="1">
                <a:solidFill>
                  <a:srgbClr val="FF7A00"/>
                </a:solidFill>
              </a:defRPr>
            </a:lvl1pPr>
          </a:lstStyle>
          <a:p>
            <a:pPr lvl="0">
              <a:buNone/>
            </a:pPr>
            <a:r>
              <a:t>This is a subtitle</a:t>
            </a:r>
          </a:p>
        </p:txBody>
      </p:sp>
      <p:sp>
        <p:nvSpPr>
          <p:cNvPr id="3" name="Picture Placeholder 7">
            <a:extLst>
              <a:ext uri="{FF2B5EF4-FFF2-40B4-BE49-F238E27FC236}">
                <a16:creationId xmlns:a16="http://schemas.microsoft.com/office/drawing/2014/main" id="{2E85581E-2BDE-BA2A-7F42-666EE92BE2A4}"/>
              </a:ext>
            </a:extLst>
          </p:cNvPr>
          <p:cNvSpPr>
            <a:spLocks noGrp="1"/>
          </p:cNvSpPr>
          <p:nvPr>
            <p:ph type="pic" idx="14" hasCustomPrompt="1"/>
          </p:nvPr>
        </p:nvSpPr>
        <p:spPr>
          <a:xfrm flipH="1">
            <a:off x="-10723" y="1306"/>
            <a:ext cx="6217919" cy="5684068"/>
          </a:xfrm>
          <a:custGeom>
            <a:avLst/>
            <a:gdLst>
              <a:gd name="connsiteX0" fmla="*/ 2674799 w 5650090"/>
              <a:gd name="connsiteY0" fmla="*/ 0 h 5349616"/>
              <a:gd name="connsiteX1" fmla="*/ 5650090 w 5650090"/>
              <a:gd name="connsiteY1" fmla="*/ 0 h 5349616"/>
              <a:gd name="connsiteX2" fmla="*/ 5650090 w 5650090"/>
              <a:gd name="connsiteY2" fmla="*/ 5349616 h 5349616"/>
              <a:gd name="connsiteX3" fmla="*/ 2674799 w 5650090"/>
              <a:gd name="connsiteY3" fmla="*/ 5349616 h 5349616"/>
              <a:gd name="connsiteX4" fmla="*/ 0 w 5650090"/>
              <a:gd name="connsiteY4" fmla="*/ 2674797 h 5349616"/>
              <a:gd name="connsiteX5" fmla="*/ 2674799 w 5650090"/>
              <a:gd name="connsiteY5" fmla="*/ 0 h 5349616"/>
            </a:gdLst>
            <a:ahLst/>
            <a:cxnLst/>
            <a:rect l="l" t="t" r="r" b="b"/>
            <a:pathLst>
              <a:path w="5650090" h="5349616">
                <a:moveTo>
                  <a:pt x="2674799" y="0"/>
                </a:moveTo>
                <a:lnTo>
                  <a:pt x="5650090" y="0"/>
                </a:lnTo>
                <a:lnTo>
                  <a:pt x="5650090" y="5349616"/>
                </a:lnTo>
                <a:lnTo>
                  <a:pt x="2674799" y="5349616"/>
                </a:lnTo>
                <a:cubicBezTo>
                  <a:pt x="1197549" y="5349616"/>
                  <a:pt x="0" y="4152052"/>
                  <a:pt x="0" y="2674797"/>
                </a:cubicBezTo>
                <a:cubicBezTo>
                  <a:pt x="0" y="1197547"/>
                  <a:pt x="1197549" y="0"/>
                  <a:pt x="2674799" y="0"/>
                </a:cubicBezTo>
                <a:close/>
              </a:path>
            </a:pathLst>
          </a:custGeom>
          <a:solidFill>
            <a:srgbClr val="E6EBE4"/>
          </a:solidFill>
        </p:spPr>
        <p:txBody>
          <a:bodyPr wrap="square" anchor="ctr">
            <a:noAutofit/>
          </a:bodyPr>
          <a:lstStyle>
            <a:lvl1pPr marL="0" indent="0" algn="ctr">
              <a:buNone/>
              <a:defRPr/>
            </a:lvl1pPr>
          </a:lstStyle>
          <a:p>
            <a:r>
              <a:t>Add a picture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slide afbeelding - grijs">
    <p:bg>
      <p:bgPr>
        <a:solidFill>
          <a:srgbClr val="E6EBE4"/>
        </a:solidFill>
        <a:effectLst/>
      </p:bgPr>
    </p:bg>
    <p:spTree>
      <p:nvGrpSpPr>
        <p:cNvPr id="1" name=""/>
        <p:cNvGrpSpPr/>
        <p:nvPr/>
      </p:nvGrpSpPr>
      <p:grpSpPr>
        <a:xfrm>
          <a:off x="0" y="0"/>
          <a:ext cx="0" cy="0"/>
          <a:chOff x="0" y="0"/>
          <a:chExt cx="0" cy="0"/>
        </a:xfrm>
      </p:grpSpPr>
      <p:sp>
        <p:nvSpPr>
          <p:cNvPr id="57" name="Vrije vorm: vorm 56">
            <a:extLst>
              <a:ext uri="{FF2B5EF4-FFF2-40B4-BE49-F238E27FC236}">
                <a16:creationId xmlns:a16="http://schemas.microsoft.com/office/drawing/2014/main" id="{9BA11B5F-D50C-4F94-AD8B-F988841F5BD5}"/>
              </a:ext>
            </a:extLst>
          </p:cNvPr>
          <p:cNvSpPr>
            <a:spLocks noGrp="1"/>
          </p:cNvSpPr>
          <p:nvPr/>
        </p:nvSpPr>
        <p:spPr>
          <a:xfrm>
            <a:off x="-10723" y="6539746"/>
            <a:ext cx="12202723" cy="318254"/>
          </a:xfrm>
          <a:custGeom>
            <a:avLst/>
            <a:gdLst>
              <a:gd name="connsiteX0" fmla="*/ 0 w 12202723"/>
              <a:gd name="connsiteY0" fmla="*/ 0 h 318254"/>
              <a:gd name="connsiteX1" fmla="*/ 12202723 w 12202723"/>
              <a:gd name="connsiteY1" fmla="*/ 0 h 318254"/>
              <a:gd name="connsiteX2" fmla="*/ 12202723 w 12202723"/>
              <a:gd name="connsiteY2" fmla="*/ 318254 h 318254"/>
              <a:gd name="connsiteX3" fmla="*/ 0 w 12202723"/>
              <a:gd name="connsiteY3" fmla="*/ 318254 h 318254"/>
            </a:gdLst>
            <a:ahLst/>
            <a:cxnLst/>
            <a:rect l="l" t="t" r="r" b="b"/>
            <a:pathLst>
              <a:path w="12202723" h="318254">
                <a:moveTo>
                  <a:pt x="0" y="0"/>
                </a:moveTo>
                <a:lnTo>
                  <a:pt x="12202723" y="0"/>
                </a:lnTo>
                <a:lnTo>
                  <a:pt x="12202723" y="318254"/>
                </a:lnTo>
                <a:lnTo>
                  <a:pt x="0" y="318254"/>
                </a:lnTo>
                <a:close/>
              </a:path>
            </a:pathLst>
          </a:custGeom>
          <a:gradFill flip="none" rotWithShape="1">
            <a:gsLst>
              <a:gs pos="1000">
                <a:srgbClr val="D65A29"/>
              </a:gs>
              <a:gs pos="99000">
                <a:srgbClr val="FF7A00"/>
              </a:gs>
            </a:gsLst>
            <a:lin ang="0" scaled="1"/>
            <a:tileRect/>
          </a:gradFill>
          <a:ln w="12709" cap="flat">
            <a:noFill/>
            <a:prstDash val="solid"/>
            <a:miter/>
          </a:ln>
        </p:spPr>
        <p:txBody>
          <a:bodyPr anchor="ctr"/>
          <a:lstStyle/>
          <a:p>
            <a:endParaRPr/>
          </a:p>
        </p:txBody>
      </p:sp>
      <p:sp>
        <p:nvSpPr>
          <p:cNvPr id="70" name="Vrije vorm: vorm 69">
            <a:extLst>
              <a:ext uri="{FF2B5EF4-FFF2-40B4-BE49-F238E27FC236}">
                <a16:creationId xmlns:a16="http://schemas.microsoft.com/office/drawing/2014/main" id="{49E1B13F-F52D-4521-9447-FF4E66C13210}"/>
              </a:ext>
            </a:extLst>
          </p:cNvPr>
          <p:cNvSpPr>
            <a:spLocks noGrp="1"/>
          </p:cNvSpPr>
          <p:nvPr/>
        </p:nvSpPr>
        <p:spPr>
          <a:xfrm>
            <a:off x="9969403" y="522893"/>
            <a:ext cx="1386932" cy="62695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71" name="Vrije vorm: vorm 70">
            <a:extLst>
              <a:ext uri="{FF2B5EF4-FFF2-40B4-BE49-F238E27FC236}">
                <a16:creationId xmlns:a16="http://schemas.microsoft.com/office/drawing/2014/main" id="{2F4A7A32-C13A-4D6F-9345-9B985EF02AE6}"/>
              </a:ext>
            </a:extLst>
          </p:cNvPr>
          <p:cNvSpPr>
            <a:spLocks noGrp="1"/>
          </p:cNvSpPr>
          <p:nvPr/>
        </p:nvSpPr>
        <p:spPr>
          <a:xfrm>
            <a:off x="10246531" y="302124"/>
            <a:ext cx="130718" cy="133518"/>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72" name="Vrije vorm: vorm 71">
            <a:extLst>
              <a:ext uri="{FF2B5EF4-FFF2-40B4-BE49-F238E27FC236}">
                <a16:creationId xmlns:a16="http://schemas.microsoft.com/office/drawing/2014/main" id="{81B7B1D6-A074-452A-A5F8-7D482CA6695A}"/>
              </a:ext>
            </a:extLst>
          </p:cNvPr>
          <p:cNvSpPr>
            <a:spLocks noGrp="1"/>
          </p:cNvSpPr>
          <p:nvPr/>
        </p:nvSpPr>
        <p:spPr>
          <a:xfrm>
            <a:off x="10278443" y="329069"/>
            <a:ext cx="66895" cy="79629"/>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pic>
        <p:nvPicPr>
          <p:cNvPr id="9" name="Graphic 8">
            <a:extLst>
              <a:ext uri="{FF2B5EF4-FFF2-40B4-BE49-F238E27FC236}">
                <a16:creationId xmlns:a16="http://schemas.microsoft.com/office/drawing/2014/main" id="{45A440DE-3B13-474B-9718-2C931588A8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06944" y="133519"/>
            <a:ext cx="3525281" cy="1522058"/>
          </a:xfrm>
          <a:prstGeom prst="rect">
            <a:avLst/>
          </a:prstGeom>
        </p:spPr>
      </p:pic>
      <p:sp>
        <p:nvSpPr>
          <p:cNvPr id="5" name="Titel 53">
            <a:extLst>
              <a:ext uri="{FF2B5EF4-FFF2-40B4-BE49-F238E27FC236}">
                <a16:creationId xmlns:a16="http://schemas.microsoft.com/office/drawing/2014/main" id="{3E74605B-C0F2-4921-BEB6-CB39DC7ECCF9}"/>
              </a:ext>
            </a:extLst>
          </p:cNvPr>
          <p:cNvSpPr>
            <a:spLocks noGrp="1"/>
          </p:cNvSpPr>
          <p:nvPr>
            <p:ph type="title" hasCustomPrompt="1"/>
          </p:nvPr>
        </p:nvSpPr>
        <p:spPr>
          <a:xfrm>
            <a:off x="6553200" y="3034615"/>
            <a:ext cx="4799012" cy="1945099"/>
          </a:xfrm>
        </p:spPr>
        <p:txBody>
          <a:bodyPr anchor="b"/>
          <a:lstStyle>
            <a:lvl1pPr>
              <a:lnSpc>
                <a:spcPct val="75000"/>
              </a:lnSpc>
              <a:buNone/>
              <a:defRPr>
                <a:solidFill>
                  <a:schemeClr val="tx2"/>
                </a:solidFill>
              </a:defRPr>
            </a:lvl1pPr>
          </a:lstStyle>
          <a:p>
            <a:r>
              <a:t>Here comes the title of the presentation</a:t>
            </a:r>
          </a:p>
        </p:txBody>
      </p:sp>
      <p:sp>
        <p:nvSpPr>
          <p:cNvPr id="6" name="Tijdelijke aanduiding voor tekst 55">
            <a:extLst>
              <a:ext uri="{FF2B5EF4-FFF2-40B4-BE49-F238E27FC236}">
                <a16:creationId xmlns:a16="http://schemas.microsoft.com/office/drawing/2014/main" id="{C8C7F602-F02E-C04B-1997-695E5FF3C97F}"/>
              </a:ext>
            </a:extLst>
          </p:cNvPr>
          <p:cNvSpPr>
            <a:spLocks noGrp="1"/>
          </p:cNvSpPr>
          <p:nvPr>
            <p:ph type="body" idx="11" hasCustomPrompt="1"/>
          </p:nvPr>
        </p:nvSpPr>
        <p:spPr>
          <a:xfrm>
            <a:off x="6552628" y="5149111"/>
            <a:ext cx="4799524" cy="760124"/>
          </a:xfrm>
        </p:spPr>
        <p:txBody>
          <a:bodyPr>
            <a:normAutofit/>
          </a:bodyPr>
          <a:lstStyle>
            <a:lvl1pPr marL="0" indent="0">
              <a:buNone/>
              <a:defRPr sz="2200" b="1">
                <a:solidFill>
                  <a:srgbClr val="FF7A00"/>
                </a:solidFill>
              </a:defRPr>
            </a:lvl1pPr>
          </a:lstStyle>
          <a:p>
            <a:pPr lvl="0">
              <a:buNone/>
            </a:pPr>
            <a:r>
              <a:t>This is a subtitle</a:t>
            </a:r>
          </a:p>
        </p:txBody>
      </p:sp>
      <p:pic>
        <p:nvPicPr>
          <p:cNvPr id="3" name="Afbeelding 2">
            <a:extLst>
              <a:ext uri="{FF2B5EF4-FFF2-40B4-BE49-F238E27FC236}">
                <a16:creationId xmlns:a16="http://schemas.microsoft.com/office/drawing/2014/main" id="{E4E943C7-CE3D-4570-AA37-FB58C06F3720}"/>
              </a:ext>
            </a:extLst>
          </p:cNvPr>
          <p:cNvPicPr>
            <a:picLocks noChangeAspect="1"/>
          </p:cNvPicPr>
          <p:nvPr/>
        </p:nvPicPr>
        <p:blipFill>
          <a:blip r:embed="rId3"/>
          <a:stretch>
            <a:fillRect/>
          </a:stretch>
        </p:blipFill>
        <p:spPr>
          <a:xfrm>
            <a:off x="0" y="0"/>
            <a:ext cx="6340129" cy="568382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slide afbeelding groep - DiP groen">
    <p:bg>
      <p:bgPr>
        <a:solidFill>
          <a:srgbClr val="044318"/>
        </a:solidFill>
        <a:effectLst/>
      </p:bgPr>
    </p:bg>
    <p:spTree>
      <p:nvGrpSpPr>
        <p:cNvPr id="1" name=""/>
        <p:cNvGrpSpPr/>
        <p:nvPr/>
      </p:nvGrpSpPr>
      <p:grpSpPr>
        <a:xfrm>
          <a:off x="0" y="0"/>
          <a:ext cx="0" cy="0"/>
          <a:chOff x="0" y="0"/>
          <a:chExt cx="0" cy="0"/>
        </a:xfrm>
      </p:grpSpPr>
      <p:sp>
        <p:nvSpPr>
          <p:cNvPr id="57" name="Vrije vorm: vorm 56">
            <a:extLst>
              <a:ext uri="{FF2B5EF4-FFF2-40B4-BE49-F238E27FC236}">
                <a16:creationId xmlns:a16="http://schemas.microsoft.com/office/drawing/2014/main" id="{9BA11B5F-D50C-4F94-AD8B-F988841F5BD5}"/>
              </a:ext>
            </a:extLst>
          </p:cNvPr>
          <p:cNvSpPr>
            <a:spLocks noGrp="1"/>
          </p:cNvSpPr>
          <p:nvPr/>
        </p:nvSpPr>
        <p:spPr>
          <a:xfrm>
            <a:off x="-10723" y="6539746"/>
            <a:ext cx="12202723" cy="318254"/>
          </a:xfrm>
          <a:custGeom>
            <a:avLst/>
            <a:gdLst>
              <a:gd name="connsiteX0" fmla="*/ 0 w 12202723"/>
              <a:gd name="connsiteY0" fmla="*/ 0 h 318254"/>
              <a:gd name="connsiteX1" fmla="*/ 12202723 w 12202723"/>
              <a:gd name="connsiteY1" fmla="*/ 0 h 318254"/>
              <a:gd name="connsiteX2" fmla="*/ 12202723 w 12202723"/>
              <a:gd name="connsiteY2" fmla="*/ 318254 h 318254"/>
              <a:gd name="connsiteX3" fmla="*/ 0 w 12202723"/>
              <a:gd name="connsiteY3" fmla="*/ 318254 h 318254"/>
            </a:gdLst>
            <a:ahLst/>
            <a:cxnLst/>
            <a:rect l="l" t="t" r="r" b="b"/>
            <a:pathLst>
              <a:path w="12202723" h="318254">
                <a:moveTo>
                  <a:pt x="0" y="0"/>
                </a:moveTo>
                <a:lnTo>
                  <a:pt x="12202723" y="0"/>
                </a:lnTo>
                <a:lnTo>
                  <a:pt x="12202723" y="318254"/>
                </a:lnTo>
                <a:lnTo>
                  <a:pt x="0" y="318254"/>
                </a:lnTo>
                <a:close/>
              </a:path>
            </a:pathLst>
          </a:custGeom>
          <a:gradFill flip="none" rotWithShape="1">
            <a:gsLst>
              <a:gs pos="1000">
                <a:srgbClr val="D65A29"/>
              </a:gs>
              <a:gs pos="99000">
                <a:srgbClr val="FF7A00"/>
              </a:gs>
            </a:gsLst>
            <a:lin ang="0" scaled="1"/>
            <a:tileRect/>
          </a:gradFill>
          <a:ln w="12709" cap="flat">
            <a:noFill/>
            <a:prstDash val="solid"/>
            <a:miter/>
          </a:ln>
        </p:spPr>
        <p:txBody>
          <a:bodyPr anchor="ctr"/>
          <a:lstStyle/>
          <a:p>
            <a:endParaRPr/>
          </a:p>
        </p:txBody>
      </p:sp>
      <p:sp>
        <p:nvSpPr>
          <p:cNvPr id="70" name="Vrije vorm: vorm 69">
            <a:extLst>
              <a:ext uri="{FF2B5EF4-FFF2-40B4-BE49-F238E27FC236}">
                <a16:creationId xmlns:a16="http://schemas.microsoft.com/office/drawing/2014/main" id="{49E1B13F-F52D-4521-9447-FF4E66C13210}"/>
              </a:ext>
            </a:extLst>
          </p:cNvPr>
          <p:cNvSpPr>
            <a:spLocks noGrp="1"/>
          </p:cNvSpPr>
          <p:nvPr/>
        </p:nvSpPr>
        <p:spPr>
          <a:xfrm>
            <a:off x="9969403" y="522893"/>
            <a:ext cx="1386932" cy="62695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71" name="Vrije vorm: vorm 70">
            <a:extLst>
              <a:ext uri="{FF2B5EF4-FFF2-40B4-BE49-F238E27FC236}">
                <a16:creationId xmlns:a16="http://schemas.microsoft.com/office/drawing/2014/main" id="{2F4A7A32-C13A-4D6F-9345-9B985EF02AE6}"/>
              </a:ext>
            </a:extLst>
          </p:cNvPr>
          <p:cNvSpPr>
            <a:spLocks noGrp="1"/>
          </p:cNvSpPr>
          <p:nvPr/>
        </p:nvSpPr>
        <p:spPr>
          <a:xfrm>
            <a:off x="10246531" y="302124"/>
            <a:ext cx="130718" cy="133518"/>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72" name="Vrije vorm: vorm 71">
            <a:extLst>
              <a:ext uri="{FF2B5EF4-FFF2-40B4-BE49-F238E27FC236}">
                <a16:creationId xmlns:a16="http://schemas.microsoft.com/office/drawing/2014/main" id="{81B7B1D6-A074-452A-A5F8-7D482CA6695A}"/>
              </a:ext>
            </a:extLst>
          </p:cNvPr>
          <p:cNvSpPr>
            <a:spLocks noGrp="1"/>
          </p:cNvSpPr>
          <p:nvPr/>
        </p:nvSpPr>
        <p:spPr>
          <a:xfrm>
            <a:off x="10278443" y="329069"/>
            <a:ext cx="66895" cy="79629"/>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pic>
        <p:nvPicPr>
          <p:cNvPr id="9" name="Picture 8">
            <a:extLst>
              <a:ext uri="{FF2B5EF4-FFF2-40B4-BE49-F238E27FC236}">
                <a16:creationId xmlns:a16="http://schemas.microsoft.com/office/drawing/2014/main" id="{0B55DA13-9EA6-48E3-AB66-DFCF298C5A43}"/>
              </a:ext>
            </a:extLst>
          </p:cNvPr>
          <p:cNvPicPr>
            <a:picLocks noChangeAspect="1"/>
          </p:cNvPicPr>
          <p:nvPr/>
        </p:nvPicPr>
        <p:blipFill>
          <a:blip r:embed="rId2"/>
          <a:stretch>
            <a:fillRect/>
          </a:stretch>
        </p:blipFill>
        <p:spPr>
          <a:xfrm>
            <a:off x="1172234" y="-1"/>
            <a:ext cx="8406106" cy="3873150"/>
          </a:xfrm>
          <a:prstGeom prst="rect">
            <a:avLst/>
          </a:prstGeom>
        </p:spPr>
      </p:pic>
      <p:sp>
        <p:nvSpPr>
          <p:cNvPr id="14" name="Titel 53">
            <a:extLst>
              <a:ext uri="{FF2B5EF4-FFF2-40B4-BE49-F238E27FC236}">
                <a16:creationId xmlns:a16="http://schemas.microsoft.com/office/drawing/2014/main" id="{C817D8FE-2F91-1C3B-DEEF-2DD052B79273}"/>
              </a:ext>
            </a:extLst>
          </p:cNvPr>
          <p:cNvSpPr>
            <a:spLocks noGrp="1"/>
          </p:cNvSpPr>
          <p:nvPr>
            <p:ph type="title" hasCustomPrompt="1"/>
          </p:nvPr>
        </p:nvSpPr>
        <p:spPr>
          <a:xfrm>
            <a:off x="6553200" y="3034615"/>
            <a:ext cx="4799012" cy="1945099"/>
          </a:xfrm>
        </p:spPr>
        <p:txBody>
          <a:bodyPr anchor="b"/>
          <a:lstStyle>
            <a:lvl1pPr>
              <a:lnSpc>
                <a:spcPct val="75000"/>
              </a:lnSpc>
              <a:buNone/>
              <a:defRPr>
                <a:solidFill>
                  <a:schemeClr val="bg1"/>
                </a:solidFill>
              </a:defRPr>
            </a:lvl1pPr>
          </a:lstStyle>
          <a:p>
            <a:r>
              <a:t>Here comes the title of the presentation</a:t>
            </a:r>
          </a:p>
        </p:txBody>
      </p:sp>
      <p:sp>
        <p:nvSpPr>
          <p:cNvPr id="15" name="Tijdelijke aanduiding voor tekst 55">
            <a:extLst>
              <a:ext uri="{FF2B5EF4-FFF2-40B4-BE49-F238E27FC236}">
                <a16:creationId xmlns:a16="http://schemas.microsoft.com/office/drawing/2014/main" id="{3BC80C07-47A0-FBAD-2E22-2DC841B89D3B}"/>
              </a:ext>
            </a:extLst>
          </p:cNvPr>
          <p:cNvSpPr>
            <a:spLocks noGrp="1"/>
          </p:cNvSpPr>
          <p:nvPr>
            <p:ph type="body" idx="11" hasCustomPrompt="1"/>
          </p:nvPr>
        </p:nvSpPr>
        <p:spPr>
          <a:xfrm>
            <a:off x="6552628" y="5149111"/>
            <a:ext cx="4799524" cy="760124"/>
          </a:xfrm>
        </p:spPr>
        <p:txBody>
          <a:bodyPr>
            <a:normAutofit/>
          </a:bodyPr>
          <a:lstStyle>
            <a:lvl1pPr marL="0" indent="0">
              <a:buNone/>
              <a:defRPr sz="2200" b="1">
                <a:solidFill>
                  <a:srgbClr val="FF7A00"/>
                </a:solidFill>
              </a:defRPr>
            </a:lvl1pPr>
          </a:lstStyle>
          <a:p>
            <a:pPr lvl="0">
              <a:buNone/>
            </a:pPr>
            <a:r>
              <a:t>This is a subtitle</a:t>
            </a:r>
          </a:p>
        </p:txBody>
      </p:sp>
      <p:pic>
        <p:nvPicPr>
          <p:cNvPr id="3" name="Afbeelding 2">
            <a:extLst>
              <a:ext uri="{FF2B5EF4-FFF2-40B4-BE49-F238E27FC236}">
                <a16:creationId xmlns:a16="http://schemas.microsoft.com/office/drawing/2014/main" id="{05A029AA-B7AC-464B-A228-9F1A11B6604A}"/>
              </a:ext>
            </a:extLst>
          </p:cNvPr>
          <p:cNvPicPr>
            <a:picLocks noChangeAspect="1"/>
          </p:cNvPicPr>
          <p:nvPr/>
        </p:nvPicPr>
        <p:blipFill>
          <a:blip r:embed="rId3"/>
          <a:stretch>
            <a:fillRect/>
          </a:stretch>
        </p:blipFill>
        <p:spPr>
          <a:xfrm>
            <a:off x="0" y="0"/>
            <a:ext cx="6340129" cy="568382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oudsopgave">
    <p:bg>
      <p:bgPr>
        <a:solidFill>
          <a:srgbClr val="E6EBE4"/>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BBE07A0-98B5-4C6B-A438-29B7B77B84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342900"/>
            <a:ext cx="5593080" cy="3707078"/>
          </a:xfrm>
          <a:prstGeom prst="rect">
            <a:avLst/>
          </a:prstGeom>
        </p:spPr>
      </p:pic>
      <p:sp>
        <p:nvSpPr>
          <p:cNvPr id="76" name="Tijdelijke aanduiding voor tekst 75">
            <a:extLst>
              <a:ext uri="{FF2B5EF4-FFF2-40B4-BE49-F238E27FC236}">
                <a16:creationId xmlns:a16="http://schemas.microsoft.com/office/drawing/2014/main" id="{431D3B91-A78F-4560-9827-9E071BCDE5DD}"/>
              </a:ext>
            </a:extLst>
          </p:cNvPr>
          <p:cNvSpPr>
            <a:spLocks noGrp="1"/>
          </p:cNvSpPr>
          <p:nvPr>
            <p:ph type="body" idx="10" hasCustomPrompt="1"/>
          </p:nvPr>
        </p:nvSpPr>
        <p:spPr>
          <a:xfrm>
            <a:off x="6920103" y="1625599"/>
            <a:ext cx="4432110" cy="3940381"/>
          </a:xfrm>
        </p:spPr>
        <p:txBody>
          <a:bodyPr>
            <a:normAutofit/>
          </a:bodyPr>
          <a:lstStyle>
            <a:lvl1pPr marL="358775" indent="-358775">
              <a:spcBef>
                <a:spcPts val="600"/>
              </a:spcBef>
              <a:spcAft>
                <a:spcPts val="600"/>
              </a:spcAft>
              <a:buClr>
                <a:srgbClr val="FF7A00"/>
              </a:buClr>
              <a:buFont typeface="+mj-lt"/>
              <a:buAutoNum type="arabicPeriod"/>
              <a:defRPr sz="1800">
                <a:solidFill>
                  <a:srgbClr val="323633"/>
                </a:solidFill>
              </a:defRPr>
            </a:lvl1pPr>
            <a:lvl2pPr marL="715963" indent="-357188">
              <a:spcBef>
                <a:spcPts val="600"/>
              </a:spcBef>
              <a:spcAft>
                <a:spcPts val="600"/>
              </a:spcAft>
              <a:buClr>
                <a:srgbClr val="FF7A00"/>
              </a:buClr>
              <a:buFont typeface="+mj-lt"/>
              <a:buAutoNum type="arabicPeriod"/>
              <a:defRPr sz="1800">
                <a:solidFill>
                  <a:srgbClr val="323633"/>
                </a:solidFill>
              </a:defRPr>
            </a:lvl2pPr>
            <a:lvl3pPr marL="1077913" indent="-361950">
              <a:spcBef>
                <a:spcPts val="600"/>
              </a:spcBef>
              <a:spcAft>
                <a:spcPts val="600"/>
              </a:spcAft>
              <a:buClr>
                <a:srgbClr val="FF7A00"/>
              </a:buClr>
              <a:buFont typeface="+mj-lt"/>
              <a:buAutoNum type="arabicPeriod"/>
              <a:defRPr sz="1800">
                <a:solidFill>
                  <a:srgbClr val="323633"/>
                </a:solidFill>
              </a:defRPr>
            </a:lvl3pPr>
            <a:lvl4pPr marL="1436688" indent="-358775">
              <a:spcBef>
                <a:spcPts val="600"/>
              </a:spcBef>
              <a:spcAft>
                <a:spcPts val="600"/>
              </a:spcAft>
              <a:buClr>
                <a:srgbClr val="FF7A00"/>
              </a:buClr>
              <a:buFont typeface="+mj-lt"/>
              <a:buAutoNum type="arabicPeriod"/>
              <a:defRPr sz="1800">
                <a:solidFill>
                  <a:srgbClr val="323633"/>
                </a:solidFill>
              </a:defRPr>
            </a:lvl4pPr>
            <a:lvl5pPr marL="1793875" indent="-357188">
              <a:spcBef>
                <a:spcPts val="600"/>
              </a:spcBef>
              <a:spcAft>
                <a:spcPts val="600"/>
              </a:spcAft>
              <a:buClr>
                <a:srgbClr val="FF7A00"/>
              </a:buClr>
              <a:buFont typeface="+mj-lt"/>
              <a:buAutoNum type="arabicPeriod"/>
              <a:defRPr sz="1800">
                <a:solidFill>
                  <a:srgbClr val="323633"/>
                </a:solidFill>
              </a:defRPr>
            </a:lvl5pPr>
          </a:lstStyle>
          <a:p>
            <a:pPr lvl="0">
              <a:buNone/>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77" name="Titel 53">
            <a:extLst>
              <a:ext uri="{FF2B5EF4-FFF2-40B4-BE49-F238E27FC236}">
                <a16:creationId xmlns:a16="http://schemas.microsoft.com/office/drawing/2014/main" id="{3DD6BB7A-3407-40B9-BBA4-EDBF096F0532}"/>
              </a:ext>
            </a:extLst>
          </p:cNvPr>
          <p:cNvSpPr>
            <a:spLocks noGrp="1"/>
          </p:cNvSpPr>
          <p:nvPr>
            <p:ph type="title" hasCustomPrompt="1"/>
          </p:nvPr>
        </p:nvSpPr>
        <p:spPr>
          <a:xfrm>
            <a:off x="839788" y="720475"/>
            <a:ext cx="5256212" cy="1488498"/>
          </a:xfrm>
        </p:spPr>
        <p:txBody>
          <a:bodyPr anchor="b"/>
          <a:lstStyle>
            <a:lvl1pPr>
              <a:lnSpc>
                <a:spcPct val="75000"/>
              </a:lnSpc>
              <a:buNone/>
              <a:defRPr/>
            </a:lvl1pPr>
          </a:lstStyle>
          <a:p>
            <a:r>
              <a:t>Contents</a:t>
            </a:r>
          </a:p>
        </p:txBody>
      </p:sp>
      <p:sp>
        <p:nvSpPr>
          <p:cNvPr id="78" name="Tijdelijke aanduiding voor tekst 55">
            <a:extLst>
              <a:ext uri="{FF2B5EF4-FFF2-40B4-BE49-F238E27FC236}">
                <a16:creationId xmlns:a16="http://schemas.microsoft.com/office/drawing/2014/main" id="{4AD2F9E8-96E0-4FE0-9FED-0D9281DB0C5F}"/>
              </a:ext>
            </a:extLst>
          </p:cNvPr>
          <p:cNvSpPr>
            <a:spLocks noGrp="1"/>
          </p:cNvSpPr>
          <p:nvPr>
            <p:ph type="body" idx="11" hasCustomPrompt="1"/>
          </p:nvPr>
        </p:nvSpPr>
        <p:spPr>
          <a:xfrm>
            <a:off x="839134" y="2378370"/>
            <a:ext cx="5256773" cy="760124"/>
          </a:xfrm>
        </p:spPr>
        <p:txBody>
          <a:bodyPr>
            <a:normAutofit/>
          </a:bodyPr>
          <a:lstStyle>
            <a:lvl1pPr marL="0" indent="0">
              <a:buNone/>
              <a:defRPr sz="2200" b="1">
                <a:solidFill>
                  <a:srgbClr val="FF7A00"/>
                </a:solidFill>
              </a:defRPr>
            </a:lvl1pPr>
          </a:lstStyle>
          <a:p>
            <a:pPr lvl="0">
              <a:buNone/>
            </a:pPr>
            <a:r>
              <a:t>This is a subtitle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B2BB2970-F84B-47A4-8DC7-B3317729417B}"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oudsopgave - DiP groen">
    <p:bg>
      <p:bgPr>
        <a:solidFill>
          <a:srgbClr val="044318"/>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949BED-A1C7-47F6-932E-F900C901AF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342900"/>
            <a:ext cx="5593080" cy="3707078"/>
          </a:xfrm>
          <a:prstGeom prst="rect">
            <a:avLst/>
          </a:prstGeom>
        </p:spPr>
      </p:pic>
      <p:pic>
        <p:nvPicPr>
          <p:cNvPr id="7" name="Picture 6">
            <a:extLst>
              <a:ext uri="{FF2B5EF4-FFF2-40B4-BE49-F238E27FC236}">
                <a16:creationId xmlns:a16="http://schemas.microsoft.com/office/drawing/2014/main" id="{E0440E5A-D928-4788-91EF-4FF6D9C1ADEE}"/>
              </a:ext>
            </a:extLst>
          </p:cNvPr>
          <p:cNvPicPr>
            <a:picLocks noChangeAspect="1"/>
          </p:cNvPicPr>
          <p:nvPr/>
        </p:nvPicPr>
        <p:blipFill>
          <a:blip r:embed="rId3"/>
          <a:stretch>
            <a:fillRect/>
          </a:stretch>
        </p:blipFill>
        <p:spPr>
          <a:xfrm>
            <a:off x="1432560" y="1"/>
            <a:ext cx="9326880" cy="4297400"/>
          </a:xfrm>
          <a:prstGeom prst="rect">
            <a:avLst/>
          </a:prstGeom>
        </p:spPr>
      </p:pic>
      <p:sp>
        <p:nvSpPr>
          <p:cNvPr id="76" name="Tijdelijke aanduiding voor tekst 75">
            <a:extLst>
              <a:ext uri="{FF2B5EF4-FFF2-40B4-BE49-F238E27FC236}">
                <a16:creationId xmlns:a16="http://schemas.microsoft.com/office/drawing/2014/main" id="{431D3B91-A78F-4560-9827-9E071BCDE5DD}"/>
              </a:ext>
            </a:extLst>
          </p:cNvPr>
          <p:cNvSpPr>
            <a:spLocks noGrp="1"/>
          </p:cNvSpPr>
          <p:nvPr>
            <p:ph type="body" idx="10" hasCustomPrompt="1"/>
          </p:nvPr>
        </p:nvSpPr>
        <p:spPr>
          <a:xfrm>
            <a:off x="6920103" y="1625599"/>
            <a:ext cx="4432110" cy="3940381"/>
          </a:xfrm>
        </p:spPr>
        <p:txBody>
          <a:bodyPr>
            <a:normAutofit/>
          </a:bodyPr>
          <a:lstStyle>
            <a:lvl1pPr marL="358775" indent="-358775">
              <a:spcBef>
                <a:spcPts val="600"/>
              </a:spcBef>
              <a:spcAft>
                <a:spcPts val="600"/>
              </a:spcAft>
              <a:buClr>
                <a:srgbClr val="FF7A00"/>
              </a:buClr>
              <a:buFont typeface="+mj-lt"/>
              <a:buAutoNum type="arabicPeriod"/>
              <a:defRPr sz="1800">
                <a:solidFill>
                  <a:schemeClr val="bg1"/>
                </a:solidFill>
              </a:defRPr>
            </a:lvl1pPr>
            <a:lvl2pPr marL="715963" indent="-357188">
              <a:spcBef>
                <a:spcPts val="600"/>
              </a:spcBef>
              <a:spcAft>
                <a:spcPts val="600"/>
              </a:spcAft>
              <a:buClr>
                <a:srgbClr val="FF7A00"/>
              </a:buClr>
              <a:buFont typeface="+mj-lt"/>
              <a:buAutoNum type="arabicPeriod"/>
              <a:defRPr sz="1800">
                <a:solidFill>
                  <a:schemeClr val="bg1"/>
                </a:solidFill>
              </a:defRPr>
            </a:lvl2pPr>
            <a:lvl3pPr marL="1077913" indent="-361950">
              <a:spcBef>
                <a:spcPts val="600"/>
              </a:spcBef>
              <a:spcAft>
                <a:spcPts val="600"/>
              </a:spcAft>
              <a:buClr>
                <a:srgbClr val="FF7A00"/>
              </a:buClr>
              <a:buFont typeface="+mj-lt"/>
              <a:buAutoNum type="arabicPeriod"/>
              <a:defRPr sz="1800">
                <a:solidFill>
                  <a:schemeClr val="bg1"/>
                </a:solidFill>
              </a:defRPr>
            </a:lvl3pPr>
            <a:lvl4pPr marL="1436688" indent="-358775">
              <a:spcBef>
                <a:spcPts val="600"/>
              </a:spcBef>
              <a:spcAft>
                <a:spcPts val="600"/>
              </a:spcAft>
              <a:buClr>
                <a:srgbClr val="FF7A00"/>
              </a:buClr>
              <a:buFont typeface="+mj-lt"/>
              <a:buAutoNum type="arabicPeriod"/>
              <a:defRPr sz="1800">
                <a:solidFill>
                  <a:schemeClr val="bg1"/>
                </a:solidFill>
              </a:defRPr>
            </a:lvl4pPr>
            <a:lvl5pPr marL="1793875" indent="-357188">
              <a:spcBef>
                <a:spcPts val="600"/>
              </a:spcBef>
              <a:spcAft>
                <a:spcPts val="600"/>
              </a:spcAft>
              <a:buClr>
                <a:srgbClr val="FF7A00"/>
              </a:buClr>
              <a:buFont typeface="+mj-lt"/>
              <a:buAutoNum type="arabicPeriod"/>
              <a:defRPr sz="1800">
                <a:solidFill>
                  <a:schemeClr val="bg1"/>
                </a:solidFill>
              </a:defRPr>
            </a:lvl5pPr>
          </a:lstStyle>
          <a:p>
            <a:pPr lvl="0">
              <a:buNone/>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77" name="Titel 53">
            <a:extLst>
              <a:ext uri="{FF2B5EF4-FFF2-40B4-BE49-F238E27FC236}">
                <a16:creationId xmlns:a16="http://schemas.microsoft.com/office/drawing/2014/main" id="{3DD6BB7A-3407-40B9-BBA4-EDBF096F0532}"/>
              </a:ext>
            </a:extLst>
          </p:cNvPr>
          <p:cNvSpPr>
            <a:spLocks noGrp="1"/>
          </p:cNvSpPr>
          <p:nvPr>
            <p:ph type="title" hasCustomPrompt="1"/>
          </p:nvPr>
        </p:nvSpPr>
        <p:spPr>
          <a:xfrm>
            <a:off x="839788" y="720475"/>
            <a:ext cx="5256212" cy="1488498"/>
          </a:xfrm>
        </p:spPr>
        <p:txBody>
          <a:bodyPr anchor="b"/>
          <a:lstStyle>
            <a:lvl1pPr>
              <a:lnSpc>
                <a:spcPct val="75000"/>
              </a:lnSpc>
              <a:buNone/>
              <a:defRPr>
                <a:solidFill>
                  <a:schemeClr val="bg1"/>
                </a:solidFill>
              </a:defRPr>
            </a:lvl1pPr>
          </a:lstStyle>
          <a:p>
            <a:r>
              <a:t>Contents</a:t>
            </a:r>
          </a:p>
        </p:txBody>
      </p:sp>
      <p:sp>
        <p:nvSpPr>
          <p:cNvPr id="78" name="Tijdelijke aanduiding voor tekst 55">
            <a:extLst>
              <a:ext uri="{FF2B5EF4-FFF2-40B4-BE49-F238E27FC236}">
                <a16:creationId xmlns:a16="http://schemas.microsoft.com/office/drawing/2014/main" id="{4AD2F9E8-96E0-4FE0-9FED-0D9281DB0C5F}"/>
              </a:ext>
            </a:extLst>
          </p:cNvPr>
          <p:cNvSpPr>
            <a:spLocks noGrp="1"/>
          </p:cNvSpPr>
          <p:nvPr>
            <p:ph type="body" idx="11" hasCustomPrompt="1"/>
          </p:nvPr>
        </p:nvSpPr>
        <p:spPr>
          <a:xfrm>
            <a:off x="839134" y="2378370"/>
            <a:ext cx="5256773" cy="760124"/>
          </a:xfrm>
        </p:spPr>
        <p:txBody>
          <a:bodyPr>
            <a:normAutofit/>
          </a:bodyPr>
          <a:lstStyle>
            <a:lvl1pPr marL="0" indent="0">
              <a:buNone/>
              <a:defRPr sz="2200" b="1">
                <a:solidFill>
                  <a:srgbClr val="FF7A00"/>
                </a:solidFill>
              </a:defRPr>
            </a:lvl1pPr>
          </a:lstStyle>
          <a:p>
            <a:pPr lvl="0">
              <a:buNone/>
            </a:pPr>
            <a:r>
              <a:t>This is a subtitle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E90817FB-7BE4-4EB6-AD5E-8A996137E97D}" type="datetime1">
              <a:t>23-10-2026</a:t>
            </a:fld>
            <a:endParaRPr/>
          </a:p>
        </p:txBody>
      </p:sp>
      <p:sp>
        <p:nvSpPr>
          <p:cNvPr id="19" name="Vrije vorm: vorm 18">
            <a:extLst>
              <a:ext uri="{FF2B5EF4-FFF2-40B4-BE49-F238E27FC236}">
                <a16:creationId xmlns:a16="http://schemas.microsoft.com/office/drawing/2014/main" id="{3B1B3E3C-B12B-4FFE-90B3-7DEE007B5D75}"/>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0" name="Vrije vorm: vorm 19">
            <a:extLst>
              <a:ext uri="{FF2B5EF4-FFF2-40B4-BE49-F238E27FC236}">
                <a16:creationId xmlns:a16="http://schemas.microsoft.com/office/drawing/2014/main" id="{EFA68A32-A926-4C74-84BC-64B58B319D5A}"/>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1" name="Vrije vorm: vorm 20">
            <a:extLst>
              <a:ext uri="{FF2B5EF4-FFF2-40B4-BE49-F238E27FC236}">
                <a16:creationId xmlns:a16="http://schemas.microsoft.com/office/drawing/2014/main" id="{65B9CAFD-D843-45B7-AC56-9ABE7B47B4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ussen slide">
    <p:bg>
      <p:bgPr>
        <a:solidFill>
          <a:srgbClr val="E6EBE4"/>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5BEDEF4-AE2D-475B-A363-F3CCC56D5E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85893" y="0"/>
            <a:ext cx="8406107" cy="6549007"/>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8BD46C82-A104-4DCA-9397-893ECDF60008}"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42" name="Titel 53">
            <a:extLst>
              <a:ext uri="{FF2B5EF4-FFF2-40B4-BE49-F238E27FC236}">
                <a16:creationId xmlns:a16="http://schemas.microsoft.com/office/drawing/2014/main" id="{E2D4621F-17D7-4388-91E7-D7D5C8E080B7}"/>
              </a:ext>
            </a:extLst>
          </p:cNvPr>
          <p:cNvSpPr>
            <a:spLocks noGrp="1"/>
          </p:cNvSpPr>
          <p:nvPr>
            <p:ph type="title" hasCustomPrompt="1"/>
          </p:nvPr>
        </p:nvSpPr>
        <p:spPr>
          <a:xfrm>
            <a:off x="5616057" y="967886"/>
            <a:ext cx="5740278" cy="2795100"/>
          </a:xfrm>
        </p:spPr>
        <p:txBody>
          <a:bodyPr anchor="b">
            <a:normAutofit/>
          </a:bodyPr>
          <a:lstStyle>
            <a:lvl1pPr>
              <a:lnSpc>
                <a:spcPct val="75000"/>
              </a:lnSpc>
              <a:buNone/>
              <a:defRPr sz="5500"/>
            </a:lvl1pPr>
          </a:lstStyle>
          <a:p>
            <a:r>
              <a:t>Here comes a chapter title</a:t>
            </a:r>
          </a:p>
        </p:txBody>
      </p:sp>
      <p:sp>
        <p:nvSpPr>
          <p:cNvPr id="43" name="Tijdelijke aanduiding voor tekst 55">
            <a:extLst>
              <a:ext uri="{FF2B5EF4-FFF2-40B4-BE49-F238E27FC236}">
                <a16:creationId xmlns:a16="http://schemas.microsoft.com/office/drawing/2014/main" id="{152F6B54-287C-4BD9-87A6-F43F2735E758}"/>
              </a:ext>
            </a:extLst>
          </p:cNvPr>
          <p:cNvSpPr>
            <a:spLocks noGrp="1"/>
          </p:cNvSpPr>
          <p:nvPr>
            <p:ph type="body" idx="10" hasCustomPrompt="1"/>
          </p:nvPr>
        </p:nvSpPr>
        <p:spPr>
          <a:xfrm>
            <a:off x="5615444" y="3932382"/>
            <a:ext cx="5740891" cy="760124"/>
          </a:xfrm>
        </p:spPr>
        <p:txBody>
          <a:bodyPr>
            <a:normAutofit/>
          </a:bodyPr>
          <a:lstStyle>
            <a:lvl1pPr marL="0" indent="0">
              <a:buNone/>
              <a:defRPr sz="2200" b="1">
                <a:solidFill>
                  <a:srgbClr val="FF7A00"/>
                </a:solidFill>
              </a:defRPr>
            </a:lvl1pPr>
          </a:lstStyle>
          <a:p>
            <a:pPr lvl="0">
              <a:buNone/>
            </a:pPr>
            <a:r>
              <a:t>This is a subtitle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ussen slide - DiP groen">
    <p:bg>
      <p:bgPr>
        <a:solidFill>
          <a:srgbClr val="044318"/>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92EBE94-A904-4D7F-813F-C99761FE8E4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85893" y="0"/>
            <a:ext cx="8406107" cy="6549007"/>
          </a:xfrm>
          <a:prstGeom prst="rect">
            <a:avLst/>
          </a:prstGeom>
        </p:spPr>
      </p:pic>
      <p:pic>
        <p:nvPicPr>
          <p:cNvPr id="8" name="Picture 7">
            <a:extLst>
              <a:ext uri="{FF2B5EF4-FFF2-40B4-BE49-F238E27FC236}">
                <a16:creationId xmlns:a16="http://schemas.microsoft.com/office/drawing/2014/main" id="{4AB20E81-B7F3-4ADE-A82F-AF87EB43F2D9}"/>
              </a:ext>
            </a:extLst>
          </p:cNvPr>
          <p:cNvPicPr>
            <a:picLocks noChangeAspect="1"/>
          </p:cNvPicPr>
          <p:nvPr/>
        </p:nvPicPr>
        <p:blipFill>
          <a:blip r:embed="rId3"/>
          <a:stretch>
            <a:fillRect/>
          </a:stretch>
        </p:blipFill>
        <p:spPr>
          <a:xfrm>
            <a:off x="1432560" y="1"/>
            <a:ext cx="9326880" cy="4297400"/>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0F45E980-2423-4075-8373-BE14D4384444}" type="datetime1">
              <a:t>23-10-2026</a:t>
            </a:fld>
            <a:endParaRPr/>
          </a:p>
        </p:txBody>
      </p:sp>
      <p:sp>
        <p:nvSpPr>
          <p:cNvPr id="19" name="Vrije vorm: vorm 18">
            <a:extLst>
              <a:ext uri="{FF2B5EF4-FFF2-40B4-BE49-F238E27FC236}">
                <a16:creationId xmlns:a16="http://schemas.microsoft.com/office/drawing/2014/main" id="{7029AE2E-C84B-47B3-AF0A-BCB6A3C400B9}"/>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0" name="Vrije vorm: vorm 19">
            <a:extLst>
              <a:ext uri="{FF2B5EF4-FFF2-40B4-BE49-F238E27FC236}">
                <a16:creationId xmlns:a16="http://schemas.microsoft.com/office/drawing/2014/main" id="{989C028E-FF34-4686-800C-7C6847EAEFDE}"/>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1" name="Vrije vorm: vorm 20">
            <a:extLst>
              <a:ext uri="{FF2B5EF4-FFF2-40B4-BE49-F238E27FC236}">
                <a16:creationId xmlns:a16="http://schemas.microsoft.com/office/drawing/2014/main" id="{10B6C95E-4CAB-44E9-9DDD-6618008ECBE0}"/>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42" name="Titel 53">
            <a:extLst>
              <a:ext uri="{FF2B5EF4-FFF2-40B4-BE49-F238E27FC236}">
                <a16:creationId xmlns:a16="http://schemas.microsoft.com/office/drawing/2014/main" id="{E2D4621F-17D7-4388-91E7-D7D5C8E080B7}"/>
              </a:ext>
            </a:extLst>
          </p:cNvPr>
          <p:cNvSpPr>
            <a:spLocks noGrp="1"/>
          </p:cNvSpPr>
          <p:nvPr>
            <p:ph type="title" hasCustomPrompt="1"/>
          </p:nvPr>
        </p:nvSpPr>
        <p:spPr>
          <a:xfrm>
            <a:off x="5616057" y="967886"/>
            <a:ext cx="5740278" cy="2795100"/>
          </a:xfrm>
        </p:spPr>
        <p:txBody>
          <a:bodyPr anchor="b">
            <a:normAutofit/>
          </a:bodyPr>
          <a:lstStyle>
            <a:lvl1pPr>
              <a:lnSpc>
                <a:spcPct val="75000"/>
              </a:lnSpc>
              <a:buNone/>
              <a:defRPr sz="5500">
                <a:solidFill>
                  <a:schemeClr val="bg1"/>
                </a:solidFill>
              </a:defRPr>
            </a:lvl1pPr>
          </a:lstStyle>
          <a:p>
            <a:r>
              <a:t>Here comes a chapter title</a:t>
            </a:r>
          </a:p>
        </p:txBody>
      </p:sp>
      <p:sp>
        <p:nvSpPr>
          <p:cNvPr id="43" name="Tijdelijke aanduiding voor tekst 55">
            <a:extLst>
              <a:ext uri="{FF2B5EF4-FFF2-40B4-BE49-F238E27FC236}">
                <a16:creationId xmlns:a16="http://schemas.microsoft.com/office/drawing/2014/main" id="{152F6B54-287C-4BD9-87A6-F43F2735E758}"/>
              </a:ext>
            </a:extLst>
          </p:cNvPr>
          <p:cNvSpPr>
            <a:spLocks noGrp="1"/>
          </p:cNvSpPr>
          <p:nvPr>
            <p:ph type="body" idx="10" hasCustomPrompt="1"/>
          </p:nvPr>
        </p:nvSpPr>
        <p:spPr>
          <a:xfrm>
            <a:off x="5615444" y="3932382"/>
            <a:ext cx="5740891" cy="760124"/>
          </a:xfrm>
        </p:spPr>
        <p:txBody>
          <a:bodyPr>
            <a:normAutofit/>
          </a:bodyPr>
          <a:lstStyle>
            <a:lvl1pPr marL="0" indent="0">
              <a:buNone/>
              <a:defRPr sz="2200" b="1">
                <a:solidFill>
                  <a:srgbClr val="FF7A00"/>
                </a:solidFill>
              </a:defRPr>
            </a:lvl1pPr>
          </a:lstStyle>
          <a:p>
            <a:pPr lvl="0">
              <a:buNone/>
            </a:pPr>
            <a:r>
              <a:t>This is a subtitle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E6EBE4"/>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B6D4C0F9-E4B3-4306-BD92-110507A0A6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56429" y="133520"/>
            <a:ext cx="3135571" cy="1530634"/>
          </a:xfrm>
          <a:prstGeom prst="rect">
            <a:avLst/>
          </a:prstGeom>
        </p:spPr>
      </p:pic>
      <p:sp>
        <p:nvSpPr>
          <p:cNvPr id="17" name="Vrije vorm: vorm 85">
            <a:extLst>
              <a:ext uri="{FF2B5EF4-FFF2-40B4-BE49-F238E27FC236}">
                <a16:creationId xmlns:a16="http://schemas.microsoft.com/office/drawing/2014/main" id="{F19BA523-8540-AE42-8EF9-207DAFE96F63}"/>
              </a:ext>
            </a:extLst>
          </p:cNvPr>
          <p:cNvSpPr>
            <a:spLocks noGrp="1"/>
          </p:cNvSpPr>
          <p:nvPr/>
        </p:nvSpPr>
        <p:spPr>
          <a:xfrm>
            <a:off x="5758084" y="1546080"/>
            <a:ext cx="680233" cy="694801"/>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0">
                <a:srgbClr val="F96113"/>
              </a:gs>
              <a:gs pos="100000">
                <a:srgbClr val="FF7A00"/>
              </a:gs>
            </a:gsLst>
            <a:lin ang="0" scaled="0"/>
          </a:gradFill>
          <a:ln w="21431" cap="flat">
            <a:noFill/>
            <a:prstDash val="solid"/>
            <a:miter/>
          </a:ln>
        </p:spPr>
        <p:txBody>
          <a:bodyPr anchor="ctr"/>
          <a:lstStyle/>
          <a:p>
            <a:endParaRP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29EC573E-3F73-42DB-B09E-FE70B6ACC713}"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6" name="Vrije vorm: vorm 5">
            <a:extLst>
              <a:ext uri="{FF2B5EF4-FFF2-40B4-BE49-F238E27FC236}">
                <a16:creationId xmlns:a16="http://schemas.microsoft.com/office/drawing/2014/main" id="{AA8A86D7-C2AE-4A6D-BE51-D5DE8C45F5FE}"/>
              </a:ext>
            </a:extLst>
          </p:cNvPr>
          <p:cNvSpPr>
            <a:spLocks noGrp="1"/>
          </p:cNvSpPr>
          <p:nvPr/>
        </p:nvSpPr>
        <p:spPr>
          <a:xfrm>
            <a:off x="718445" y="2630440"/>
            <a:ext cx="1905887" cy="1004861"/>
          </a:xfrm>
          <a:custGeom>
            <a:avLst/>
            <a:gdLst>
              <a:gd name="connsiteX0" fmla="*/ 912534 w 1905887"/>
              <a:gd name="connsiteY0" fmla="*/ 0 h 1004861"/>
              <a:gd name="connsiteX1" fmla="*/ 565603 w 1905887"/>
              <a:gd name="connsiteY1" fmla="*/ 1004862 h 1004861"/>
              <a:gd name="connsiteX2" fmla="*/ 0 w 1905887"/>
              <a:gd name="connsiteY2" fmla="*/ 1004862 h 1004861"/>
              <a:gd name="connsiteX3" fmla="*/ 346548 w 1905887"/>
              <a:gd name="connsiteY3" fmla="*/ 0 h 1004861"/>
              <a:gd name="connsiteX4" fmla="*/ 1905887 w 1905887"/>
              <a:gd name="connsiteY4" fmla="*/ 0 h 1004861"/>
              <a:gd name="connsiteX5" fmla="*/ 1559339 w 1905887"/>
              <a:gd name="connsiteY5" fmla="*/ 1004862 h 1004861"/>
              <a:gd name="connsiteX6" fmla="*/ 993353 w 1905887"/>
              <a:gd name="connsiteY6" fmla="*/ 1004862 h 1004861"/>
              <a:gd name="connsiteX7" fmla="*/ 1339901 w 1905887"/>
              <a:gd name="connsiteY7" fmla="*/ 0 h 1004861"/>
            </a:gdLst>
            <a:ahLst/>
            <a:cxnLst/>
            <a:rect l="l" t="t" r="r" b="b"/>
            <a:pathLst>
              <a:path w="1905887" h="1004861">
                <a:moveTo>
                  <a:pt x="912534" y="0"/>
                </a:moveTo>
                <a:lnTo>
                  <a:pt x="565603" y="1004862"/>
                </a:lnTo>
                <a:lnTo>
                  <a:pt x="0" y="1004862"/>
                </a:lnTo>
                <a:lnTo>
                  <a:pt x="346548" y="0"/>
                </a:lnTo>
                <a:close/>
                <a:moveTo>
                  <a:pt x="1905887" y="0"/>
                </a:moveTo>
                <a:lnTo>
                  <a:pt x="1559339" y="1004862"/>
                </a:lnTo>
                <a:lnTo>
                  <a:pt x="993353" y="1004862"/>
                </a:lnTo>
                <a:lnTo>
                  <a:pt x="1339901" y="0"/>
                </a:lnTo>
                <a:close/>
              </a:path>
            </a:pathLst>
          </a:custGeom>
          <a:solidFill>
            <a:srgbClr val="F3F4EF"/>
          </a:solidFill>
          <a:ln w="12779" cap="flat">
            <a:noFill/>
            <a:prstDash val="solid"/>
            <a:miter/>
          </a:ln>
        </p:spPr>
        <p:txBody>
          <a:bodyPr anchor="ctr"/>
          <a:lstStyle/>
          <a:p>
            <a:endParaRPr/>
          </a:p>
        </p:txBody>
      </p:sp>
      <p:sp>
        <p:nvSpPr>
          <p:cNvPr id="37" name="Tijdelijke aanduiding voor tekst 24">
            <a:extLst>
              <a:ext uri="{FF2B5EF4-FFF2-40B4-BE49-F238E27FC236}">
                <a16:creationId xmlns:a16="http://schemas.microsoft.com/office/drawing/2014/main" id="{EA242B70-6D7E-4B57-B69C-CA6E2FC8F65D}"/>
              </a:ext>
            </a:extLst>
          </p:cNvPr>
          <p:cNvSpPr>
            <a:spLocks noGrp="1"/>
          </p:cNvSpPr>
          <p:nvPr>
            <p:ph type="body" idx="15" hasCustomPrompt="1"/>
          </p:nvPr>
        </p:nvSpPr>
        <p:spPr>
          <a:xfrm>
            <a:off x="1589014" y="3087814"/>
            <a:ext cx="9013973" cy="2148509"/>
          </a:xfrm>
        </p:spPr>
        <p:txBody>
          <a:bodyPr>
            <a:normAutofit/>
          </a:bodyPr>
          <a:lstStyle>
            <a:lvl1pPr marL="0" indent="0">
              <a:lnSpc>
                <a:spcPct val="100000"/>
              </a:lnSpc>
              <a:buNone/>
              <a:defRPr sz="2500"/>
            </a:lvl1pPr>
          </a:lstStyle>
          <a:p>
            <a:pPr lvl="0">
              <a:buNone/>
            </a:pPr>
            <a:r>
              <a:t>Lorem ipsum dolor sit amet, consectetuer adipiscing elit, sed</a:t>
            </a:r>
            <a:br/>
            <a:r>
              <a:t>diam nonummy nibh euismod tincidunt ut laoreet dolore</a:t>
            </a:r>
            <a:br/>
            <a:r>
              <a:t>magna aliquam erat volutpat. Ut wisi enim ad minim veniam,</a:t>
            </a:r>
            <a:br/>
            <a:r>
              <a:t>quis nostrud exerci tation ullamcorper suscipit lobortis ut. </a:t>
            </a:r>
          </a:p>
        </p:txBody>
      </p:sp>
      <p:sp>
        <p:nvSpPr>
          <p:cNvPr id="25" name="Vrije vorm: vorm 30">
            <a:extLst>
              <a:ext uri="{FF2B5EF4-FFF2-40B4-BE49-F238E27FC236}">
                <a16:creationId xmlns:a16="http://schemas.microsoft.com/office/drawing/2014/main" id="{85ED351F-5E5B-C24C-9C1D-872F024174CF}"/>
              </a:ext>
            </a:extLst>
          </p:cNvPr>
          <p:cNvSpPr>
            <a:spLocks noGrp="1"/>
          </p:cNvSpPr>
          <p:nvPr/>
        </p:nvSpPr>
        <p:spPr>
          <a:xfrm>
            <a:off x="5912048" y="1717394"/>
            <a:ext cx="367919" cy="309591"/>
          </a:xfrm>
          <a:custGeom>
            <a:avLst/>
            <a:gdLst>
              <a:gd name="connsiteX0" fmla="*/ 184016 w 367919"/>
              <a:gd name="connsiteY0" fmla="*/ 511 h 309591"/>
              <a:gd name="connsiteX1" fmla="*/ 0 w 367919"/>
              <a:gd name="connsiteY1" fmla="*/ 155115 h 309591"/>
              <a:gd name="connsiteX2" fmla="*/ 184016 w 367919"/>
              <a:gd name="connsiteY2" fmla="*/ 309591 h 309591"/>
              <a:gd name="connsiteX3" fmla="*/ 223914 w 367919"/>
              <a:gd name="connsiteY3" fmla="*/ 305883 h 309591"/>
              <a:gd name="connsiteX4" fmla="*/ 234400 w 367919"/>
              <a:gd name="connsiteY4" fmla="*/ 291177 h 309591"/>
              <a:gd name="connsiteX5" fmla="*/ 228901 w 367919"/>
              <a:gd name="connsiteY5" fmla="*/ 282993 h 309591"/>
              <a:gd name="connsiteX6" fmla="*/ 219310 w 367919"/>
              <a:gd name="connsiteY6" fmla="*/ 281203 h 309591"/>
              <a:gd name="connsiteX7" fmla="*/ 184016 w 367919"/>
              <a:gd name="connsiteY7" fmla="*/ 284400 h 309591"/>
              <a:gd name="connsiteX8" fmla="*/ 25192 w 367919"/>
              <a:gd name="connsiteY8" fmla="*/ 155115 h 309591"/>
              <a:gd name="connsiteX9" fmla="*/ 184016 w 367919"/>
              <a:gd name="connsiteY9" fmla="*/ 25703 h 309591"/>
              <a:gd name="connsiteX10" fmla="*/ 342840 w 367919"/>
              <a:gd name="connsiteY10" fmla="*/ 155115 h 309591"/>
              <a:gd name="connsiteX11" fmla="*/ 318671 w 367919"/>
              <a:gd name="connsiteY11" fmla="*/ 228517 h 309591"/>
              <a:gd name="connsiteX12" fmla="*/ 318671 w 367919"/>
              <a:gd name="connsiteY12" fmla="*/ 228517 h 309591"/>
              <a:gd name="connsiteX13" fmla="*/ 315858 w 367919"/>
              <a:gd name="connsiteY13" fmla="*/ 237852 h 309591"/>
              <a:gd name="connsiteX14" fmla="*/ 320462 w 367919"/>
              <a:gd name="connsiteY14" fmla="*/ 246292 h 309591"/>
              <a:gd name="connsiteX15" fmla="*/ 338236 w 367919"/>
              <a:gd name="connsiteY15" fmla="*/ 244118 h 309591"/>
              <a:gd name="connsiteX16" fmla="*/ 367904 w 367919"/>
              <a:gd name="connsiteY16" fmla="*/ 154604 h 309591"/>
              <a:gd name="connsiteX17" fmla="*/ 184016 w 367919"/>
              <a:gd name="connsiteY17" fmla="*/ 0 h 309591"/>
            </a:gdLst>
            <a:ahLst/>
            <a:cxnLst/>
            <a:rect l="l" t="t" r="r" b="b"/>
            <a:pathLst>
              <a:path w="367919" h="309591">
                <a:moveTo>
                  <a:pt x="184016" y="511"/>
                </a:moveTo>
                <a:cubicBezTo>
                  <a:pt x="83760" y="511"/>
                  <a:pt x="0" y="68414"/>
                  <a:pt x="0" y="155115"/>
                </a:cubicBezTo>
                <a:cubicBezTo>
                  <a:pt x="0" y="241817"/>
                  <a:pt x="83632" y="309591"/>
                  <a:pt x="184016" y="309591"/>
                </a:cubicBezTo>
                <a:cubicBezTo>
                  <a:pt x="197405" y="309579"/>
                  <a:pt x="210755" y="308338"/>
                  <a:pt x="223914" y="305883"/>
                </a:cubicBezTo>
                <a:cubicBezTo>
                  <a:pt x="230870" y="304707"/>
                  <a:pt x="235551" y="298134"/>
                  <a:pt x="234400" y="291177"/>
                </a:cubicBezTo>
                <a:cubicBezTo>
                  <a:pt x="233735" y="287827"/>
                  <a:pt x="231753" y="284873"/>
                  <a:pt x="228901" y="282993"/>
                </a:cubicBezTo>
                <a:cubicBezTo>
                  <a:pt x="226062" y="281152"/>
                  <a:pt x="222622" y="280512"/>
                  <a:pt x="219310" y="281203"/>
                </a:cubicBezTo>
                <a:cubicBezTo>
                  <a:pt x="207673" y="283351"/>
                  <a:pt x="195857" y="284425"/>
                  <a:pt x="184016" y="284400"/>
                </a:cubicBezTo>
                <a:cubicBezTo>
                  <a:pt x="94502" y="284400"/>
                  <a:pt x="25192" y="225320"/>
                  <a:pt x="25192" y="155115"/>
                </a:cubicBezTo>
                <a:cubicBezTo>
                  <a:pt x="25192" y="84911"/>
                  <a:pt x="94502" y="25703"/>
                  <a:pt x="184016" y="25703"/>
                </a:cubicBezTo>
                <a:cubicBezTo>
                  <a:pt x="273530" y="25703"/>
                  <a:pt x="342840" y="84911"/>
                  <a:pt x="342840" y="155115"/>
                </a:cubicBezTo>
                <a:cubicBezTo>
                  <a:pt x="343096" y="181573"/>
                  <a:pt x="334592" y="207379"/>
                  <a:pt x="318671" y="228517"/>
                </a:cubicBezTo>
                <a:lnTo>
                  <a:pt x="318671" y="228517"/>
                </a:lnTo>
                <a:cubicBezTo>
                  <a:pt x="316536" y="231139"/>
                  <a:pt x="315525" y="234489"/>
                  <a:pt x="315858" y="237852"/>
                </a:cubicBezTo>
                <a:cubicBezTo>
                  <a:pt x="316126" y="241190"/>
                  <a:pt x="317789" y="244259"/>
                  <a:pt x="320462" y="246292"/>
                </a:cubicBezTo>
                <a:cubicBezTo>
                  <a:pt x="325986" y="250525"/>
                  <a:pt x="333889" y="249566"/>
                  <a:pt x="338236" y="244118"/>
                </a:cubicBezTo>
                <a:cubicBezTo>
                  <a:pt x="357930" y="218479"/>
                  <a:pt x="368377" y="186931"/>
                  <a:pt x="367904" y="154604"/>
                </a:cubicBezTo>
                <a:cubicBezTo>
                  <a:pt x="367904" y="68031"/>
                  <a:pt x="284272" y="0"/>
                  <a:pt x="184016" y="0"/>
                </a:cubicBezTo>
                <a:close/>
              </a:path>
            </a:pathLst>
          </a:custGeom>
          <a:solidFill>
            <a:srgbClr val="FFFFFF"/>
          </a:solidFill>
          <a:ln w="12779" cap="flat">
            <a:noFill/>
            <a:prstDash val="solid"/>
            <a:miter/>
          </a:ln>
        </p:spPr>
        <p:txBody>
          <a:bodyPr anchor="ctr"/>
          <a:lstStyle/>
          <a:p>
            <a:endParaRPr/>
          </a:p>
        </p:txBody>
      </p:sp>
      <p:sp>
        <p:nvSpPr>
          <p:cNvPr id="26" name="Vrije vorm: vorm 31">
            <a:extLst>
              <a:ext uri="{FF2B5EF4-FFF2-40B4-BE49-F238E27FC236}">
                <a16:creationId xmlns:a16="http://schemas.microsoft.com/office/drawing/2014/main" id="{75A1AE07-BB50-5F42-9286-639CC99F7C49}"/>
              </a:ext>
            </a:extLst>
          </p:cNvPr>
          <p:cNvSpPr>
            <a:spLocks noGrp="1"/>
          </p:cNvSpPr>
          <p:nvPr/>
        </p:nvSpPr>
        <p:spPr>
          <a:xfrm>
            <a:off x="6129568" y="1952561"/>
            <a:ext cx="133759" cy="116368"/>
          </a:xfrm>
          <a:custGeom>
            <a:avLst/>
            <a:gdLst>
              <a:gd name="connsiteX0" fmla="*/ 123402 w 133759"/>
              <a:gd name="connsiteY0" fmla="*/ 0 h 116368"/>
              <a:gd name="connsiteX1" fmla="*/ 98466 w 133759"/>
              <a:gd name="connsiteY1" fmla="*/ 2302 h 116368"/>
              <a:gd name="connsiteX2" fmla="*/ 105243 w 133759"/>
              <a:gd name="connsiteY2" fmla="*/ 80051 h 116368"/>
              <a:gd name="connsiteX3" fmla="*/ 8184 w 133759"/>
              <a:gd name="connsiteY3" fmla="*/ 46547 h 116368"/>
              <a:gd name="connsiteX4" fmla="*/ 0 w 133759"/>
              <a:gd name="connsiteY4" fmla="*/ 70205 h 116368"/>
              <a:gd name="connsiteX5" fmla="*/ 133760 w 133759"/>
              <a:gd name="connsiteY5" fmla="*/ 116368 h 116368"/>
            </a:gdLst>
            <a:ahLst/>
            <a:cxnLst/>
            <a:rect l="l" t="t" r="r" b="b"/>
            <a:pathLst>
              <a:path w="133759" h="116368">
                <a:moveTo>
                  <a:pt x="123402" y="0"/>
                </a:moveTo>
                <a:lnTo>
                  <a:pt x="98466" y="2302"/>
                </a:lnTo>
                <a:lnTo>
                  <a:pt x="105243" y="80051"/>
                </a:lnTo>
                <a:lnTo>
                  <a:pt x="8184" y="46547"/>
                </a:lnTo>
                <a:lnTo>
                  <a:pt x="0" y="70205"/>
                </a:lnTo>
                <a:lnTo>
                  <a:pt x="133760" y="116368"/>
                </a:lnTo>
                <a:close/>
              </a:path>
            </a:pathLst>
          </a:custGeom>
          <a:solidFill>
            <a:srgbClr val="FFFFFF"/>
          </a:solidFill>
          <a:ln w="12779" cap="flat">
            <a:noFill/>
            <a:prstDash val="solid"/>
            <a:miter/>
          </a:ln>
        </p:spPr>
        <p:txBody>
          <a:bodyPr anchor="ct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 - DiP groen">
    <p:bg>
      <p:bgPr>
        <a:solidFill>
          <a:srgbClr val="044318"/>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5FB5BA1-22C2-4460-AEEC-1F7BFDCA41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56429" y="133520"/>
            <a:ext cx="3135571" cy="1530634"/>
          </a:xfrm>
          <a:prstGeom prst="rect">
            <a:avLst/>
          </a:prstGeom>
        </p:spPr>
      </p:pic>
      <p:sp>
        <p:nvSpPr>
          <p:cNvPr id="6" name="Vrije vorm: vorm 5">
            <a:extLst>
              <a:ext uri="{FF2B5EF4-FFF2-40B4-BE49-F238E27FC236}">
                <a16:creationId xmlns:a16="http://schemas.microsoft.com/office/drawing/2014/main" id="{AA8A86D7-C2AE-4A6D-BE51-D5DE8C45F5FE}"/>
              </a:ext>
            </a:extLst>
          </p:cNvPr>
          <p:cNvSpPr>
            <a:spLocks noGrp="1"/>
          </p:cNvSpPr>
          <p:nvPr/>
        </p:nvSpPr>
        <p:spPr>
          <a:xfrm>
            <a:off x="718445" y="2630440"/>
            <a:ext cx="1905887" cy="1004861"/>
          </a:xfrm>
          <a:custGeom>
            <a:avLst/>
            <a:gdLst>
              <a:gd name="connsiteX0" fmla="*/ 912534 w 1905887"/>
              <a:gd name="connsiteY0" fmla="*/ 0 h 1004861"/>
              <a:gd name="connsiteX1" fmla="*/ 565603 w 1905887"/>
              <a:gd name="connsiteY1" fmla="*/ 1004862 h 1004861"/>
              <a:gd name="connsiteX2" fmla="*/ 0 w 1905887"/>
              <a:gd name="connsiteY2" fmla="*/ 1004862 h 1004861"/>
              <a:gd name="connsiteX3" fmla="*/ 346548 w 1905887"/>
              <a:gd name="connsiteY3" fmla="*/ 0 h 1004861"/>
              <a:gd name="connsiteX4" fmla="*/ 1905887 w 1905887"/>
              <a:gd name="connsiteY4" fmla="*/ 0 h 1004861"/>
              <a:gd name="connsiteX5" fmla="*/ 1559339 w 1905887"/>
              <a:gd name="connsiteY5" fmla="*/ 1004862 h 1004861"/>
              <a:gd name="connsiteX6" fmla="*/ 993353 w 1905887"/>
              <a:gd name="connsiteY6" fmla="*/ 1004862 h 1004861"/>
              <a:gd name="connsiteX7" fmla="*/ 1339901 w 1905887"/>
              <a:gd name="connsiteY7" fmla="*/ 0 h 1004861"/>
            </a:gdLst>
            <a:ahLst/>
            <a:cxnLst/>
            <a:rect l="l" t="t" r="r" b="b"/>
            <a:pathLst>
              <a:path w="1905887" h="1004861">
                <a:moveTo>
                  <a:pt x="912534" y="0"/>
                </a:moveTo>
                <a:lnTo>
                  <a:pt x="565603" y="1004862"/>
                </a:lnTo>
                <a:lnTo>
                  <a:pt x="0" y="1004862"/>
                </a:lnTo>
                <a:lnTo>
                  <a:pt x="346548" y="0"/>
                </a:lnTo>
                <a:close/>
                <a:moveTo>
                  <a:pt x="1905887" y="0"/>
                </a:moveTo>
                <a:lnTo>
                  <a:pt x="1559339" y="1004862"/>
                </a:lnTo>
                <a:lnTo>
                  <a:pt x="993353" y="1004862"/>
                </a:lnTo>
                <a:lnTo>
                  <a:pt x="1339901" y="0"/>
                </a:lnTo>
                <a:close/>
              </a:path>
            </a:pathLst>
          </a:custGeom>
          <a:solidFill>
            <a:srgbClr val="096508"/>
          </a:solidFill>
          <a:ln w="12779" cap="flat">
            <a:noFill/>
            <a:prstDash val="solid"/>
            <a:miter/>
          </a:ln>
        </p:spPr>
        <p:txBody>
          <a:bodyPr anchor="ctr"/>
          <a:lstStyle/>
          <a:p>
            <a:endParaRP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FE1284E5-F15B-439A-8A15-DCC96F4FC47B}" type="datetime1">
              <a:t>23-10-2026</a:t>
            </a:fld>
            <a:endParaRPr/>
          </a:p>
        </p:txBody>
      </p:sp>
      <p:pic>
        <p:nvPicPr>
          <p:cNvPr id="14" name="Picture 13">
            <a:extLst>
              <a:ext uri="{FF2B5EF4-FFF2-40B4-BE49-F238E27FC236}">
                <a16:creationId xmlns:a16="http://schemas.microsoft.com/office/drawing/2014/main" id="{4D9196B6-C502-4AFF-BAD6-104DE9824780}"/>
              </a:ext>
            </a:extLst>
          </p:cNvPr>
          <p:cNvPicPr>
            <a:picLocks noChangeAspect="1"/>
          </p:cNvPicPr>
          <p:nvPr/>
        </p:nvPicPr>
        <p:blipFill>
          <a:blip r:embed="rId3"/>
          <a:stretch>
            <a:fillRect/>
          </a:stretch>
        </p:blipFill>
        <p:spPr>
          <a:xfrm>
            <a:off x="0" y="923209"/>
            <a:ext cx="12192000" cy="5617517"/>
          </a:xfrm>
          <a:prstGeom prst="rect">
            <a:avLst/>
          </a:prstGeom>
        </p:spPr>
      </p:pic>
      <p:sp>
        <p:nvSpPr>
          <p:cNvPr id="22" name="Vrije vorm: vorm 21">
            <a:extLst>
              <a:ext uri="{FF2B5EF4-FFF2-40B4-BE49-F238E27FC236}">
                <a16:creationId xmlns:a16="http://schemas.microsoft.com/office/drawing/2014/main" id="{A7FC676A-4D51-4799-8654-0BA3CFF90526}"/>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3" name="Vrije vorm: vorm 22">
            <a:extLst>
              <a:ext uri="{FF2B5EF4-FFF2-40B4-BE49-F238E27FC236}">
                <a16:creationId xmlns:a16="http://schemas.microsoft.com/office/drawing/2014/main" id="{2A64A402-2283-4E79-9846-0AF2E309F798}"/>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4" name="Vrije vorm: vorm 23">
            <a:extLst>
              <a:ext uri="{FF2B5EF4-FFF2-40B4-BE49-F238E27FC236}">
                <a16:creationId xmlns:a16="http://schemas.microsoft.com/office/drawing/2014/main" id="{56359D11-4D72-4A63-89B9-1CF790D59C1E}"/>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7" name="Tijdelijke aanduiding voor tekst 24">
            <a:extLst>
              <a:ext uri="{FF2B5EF4-FFF2-40B4-BE49-F238E27FC236}">
                <a16:creationId xmlns:a16="http://schemas.microsoft.com/office/drawing/2014/main" id="{EA242B70-6D7E-4B57-B69C-CA6E2FC8F65D}"/>
              </a:ext>
            </a:extLst>
          </p:cNvPr>
          <p:cNvSpPr>
            <a:spLocks noGrp="1"/>
          </p:cNvSpPr>
          <p:nvPr>
            <p:ph type="body" idx="15" hasCustomPrompt="1"/>
          </p:nvPr>
        </p:nvSpPr>
        <p:spPr>
          <a:xfrm>
            <a:off x="1589014" y="3087814"/>
            <a:ext cx="9013973" cy="2148509"/>
          </a:xfrm>
        </p:spPr>
        <p:txBody>
          <a:bodyPr>
            <a:normAutofit/>
          </a:bodyPr>
          <a:lstStyle>
            <a:lvl1pPr marL="0" indent="0">
              <a:lnSpc>
                <a:spcPct val="100000"/>
              </a:lnSpc>
              <a:buNone/>
              <a:defRPr sz="2500">
                <a:solidFill>
                  <a:schemeClr val="bg1"/>
                </a:solidFill>
              </a:defRPr>
            </a:lvl1pPr>
          </a:lstStyle>
          <a:p>
            <a:pPr lvl="0">
              <a:buNone/>
            </a:pPr>
            <a:r>
              <a:t>Lorem ipsum dolor sit amet, consectetuer adipiscing elit, sed</a:t>
            </a:r>
            <a:br/>
            <a:r>
              <a:t>diam nonummy nibh euismod tincidunt ut laoreet dolore</a:t>
            </a:r>
            <a:br/>
            <a:r>
              <a:t>magna aliquam erat volutpat. Ut wisi enim ad minim veniam,</a:t>
            </a:r>
            <a:br/>
            <a:r>
              <a:t>quis nostrud exerci tation ullamcorper suscipit lobortis ut. </a:t>
            </a:r>
          </a:p>
        </p:txBody>
      </p:sp>
      <p:sp>
        <p:nvSpPr>
          <p:cNvPr id="16" name="Vrije vorm: vorm 85">
            <a:extLst>
              <a:ext uri="{FF2B5EF4-FFF2-40B4-BE49-F238E27FC236}">
                <a16:creationId xmlns:a16="http://schemas.microsoft.com/office/drawing/2014/main" id="{190BE4CF-91B0-C9A2-70D0-D8434356CC87}"/>
              </a:ext>
            </a:extLst>
          </p:cNvPr>
          <p:cNvSpPr>
            <a:spLocks noGrp="1"/>
          </p:cNvSpPr>
          <p:nvPr/>
        </p:nvSpPr>
        <p:spPr>
          <a:xfrm>
            <a:off x="5758084" y="1546080"/>
            <a:ext cx="680233" cy="694801"/>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0">
                <a:srgbClr val="F96113"/>
              </a:gs>
              <a:gs pos="100000">
                <a:srgbClr val="FF7A00"/>
              </a:gs>
            </a:gsLst>
            <a:lin ang="0" scaled="0"/>
          </a:gradFill>
          <a:ln w="21431" cap="flat">
            <a:noFill/>
            <a:prstDash val="solid"/>
            <a:miter/>
          </a:ln>
        </p:spPr>
        <p:txBody>
          <a:bodyPr anchor="ctr"/>
          <a:lstStyle/>
          <a:p>
            <a:endParaRPr/>
          </a:p>
        </p:txBody>
      </p:sp>
      <p:sp>
        <p:nvSpPr>
          <p:cNvPr id="27" name="Vrije vorm: vorm 30">
            <a:extLst>
              <a:ext uri="{FF2B5EF4-FFF2-40B4-BE49-F238E27FC236}">
                <a16:creationId xmlns:a16="http://schemas.microsoft.com/office/drawing/2014/main" id="{E2AC6ED0-F8CA-3767-6005-C1C39F3D12B9}"/>
              </a:ext>
            </a:extLst>
          </p:cNvPr>
          <p:cNvSpPr>
            <a:spLocks noGrp="1"/>
          </p:cNvSpPr>
          <p:nvPr/>
        </p:nvSpPr>
        <p:spPr>
          <a:xfrm>
            <a:off x="5912048" y="1717394"/>
            <a:ext cx="367919" cy="309591"/>
          </a:xfrm>
          <a:custGeom>
            <a:avLst/>
            <a:gdLst>
              <a:gd name="connsiteX0" fmla="*/ 184016 w 367919"/>
              <a:gd name="connsiteY0" fmla="*/ 511 h 309591"/>
              <a:gd name="connsiteX1" fmla="*/ 0 w 367919"/>
              <a:gd name="connsiteY1" fmla="*/ 155115 h 309591"/>
              <a:gd name="connsiteX2" fmla="*/ 184016 w 367919"/>
              <a:gd name="connsiteY2" fmla="*/ 309591 h 309591"/>
              <a:gd name="connsiteX3" fmla="*/ 223914 w 367919"/>
              <a:gd name="connsiteY3" fmla="*/ 305883 h 309591"/>
              <a:gd name="connsiteX4" fmla="*/ 234400 w 367919"/>
              <a:gd name="connsiteY4" fmla="*/ 291177 h 309591"/>
              <a:gd name="connsiteX5" fmla="*/ 228901 w 367919"/>
              <a:gd name="connsiteY5" fmla="*/ 282993 h 309591"/>
              <a:gd name="connsiteX6" fmla="*/ 219310 w 367919"/>
              <a:gd name="connsiteY6" fmla="*/ 281203 h 309591"/>
              <a:gd name="connsiteX7" fmla="*/ 184016 w 367919"/>
              <a:gd name="connsiteY7" fmla="*/ 284400 h 309591"/>
              <a:gd name="connsiteX8" fmla="*/ 25192 w 367919"/>
              <a:gd name="connsiteY8" fmla="*/ 155115 h 309591"/>
              <a:gd name="connsiteX9" fmla="*/ 184016 w 367919"/>
              <a:gd name="connsiteY9" fmla="*/ 25703 h 309591"/>
              <a:gd name="connsiteX10" fmla="*/ 342840 w 367919"/>
              <a:gd name="connsiteY10" fmla="*/ 155115 h 309591"/>
              <a:gd name="connsiteX11" fmla="*/ 318671 w 367919"/>
              <a:gd name="connsiteY11" fmla="*/ 228517 h 309591"/>
              <a:gd name="connsiteX12" fmla="*/ 318671 w 367919"/>
              <a:gd name="connsiteY12" fmla="*/ 228517 h 309591"/>
              <a:gd name="connsiteX13" fmla="*/ 315858 w 367919"/>
              <a:gd name="connsiteY13" fmla="*/ 237852 h 309591"/>
              <a:gd name="connsiteX14" fmla="*/ 320462 w 367919"/>
              <a:gd name="connsiteY14" fmla="*/ 246292 h 309591"/>
              <a:gd name="connsiteX15" fmla="*/ 338236 w 367919"/>
              <a:gd name="connsiteY15" fmla="*/ 244118 h 309591"/>
              <a:gd name="connsiteX16" fmla="*/ 367904 w 367919"/>
              <a:gd name="connsiteY16" fmla="*/ 154604 h 309591"/>
              <a:gd name="connsiteX17" fmla="*/ 184016 w 367919"/>
              <a:gd name="connsiteY17" fmla="*/ 0 h 309591"/>
            </a:gdLst>
            <a:ahLst/>
            <a:cxnLst/>
            <a:rect l="l" t="t" r="r" b="b"/>
            <a:pathLst>
              <a:path w="367919" h="309591">
                <a:moveTo>
                  <a:pt x="184016" y="511"/>
                </a:moveTo>
                <a:cubicBezTo>
                  <a:pt x="83760" y="511"/>
                  <a:pt x="0" y="68414"/>
                  <a:pt x="0" y="155115"/>
                </a:cubicBezTo>
                <a:cubicBezTo>
                  <a:pt x="0" y="241817"/>
                  <a:pt x="83632" y="309591"/>
                  <a:pt x="184016" y="309591"/>
                </a:cubicBezTo>
                <a:cubicBezTo>
                  <a:pt x="197405" y="309579"/>
                  <a:pt x="210755" y="308338"/>
                  <a:pt x="223914" y="305883"/>
                </a:cubicBezTo>
                <a:cubicBezTo>
                  <a:pt x="230870" y="304707"/>
                  <a:pt x="235551" y="298134"/>
                  <a:pt x="234400" y="291177"/>
                </a:cubicBezTo>
                <a:cubicBezTo>
                  <a:pt x="233735" y="287827"/>
                  <a:pt x="231753" y="284873"/>
                  <a:pt x="228901" y="282993"/>
                </a:cubicBezTo>
                <a:cubicBezTo>
                  <a:pt x="226062" y="281152"/>
                  <a:pt x="222622" y="280512"/>
                  <a:pt x="219310" y="281203"/>
                </a:cubicBezTo>
                <a:cubicBezTo>
                  <a:pt x="207673" y="283351"/>
                  <a:pt x="195857" y="284425"/>
                  <a:pt x="184016" y="284400"/>
                </a:cubicBezTo>
                <a:cubicBezTo>
                  <a:pt x="94502" y="284400"/>
                  <a:pt x="25192" y="225320"/>
                  <a:pt x="25192" y="155115"/>
                </a:cubicBezTo>
                <a:cubicBezTo>
                  <a:pt x="25192" y="84911"/>
                  <a:pt x="94502" y="25703"/>
                  <a:pt x="184016" y="25703"/>
                </a:cubicBezTo>
                <a:cubicBezTo>
                  <a:pt x="273530" y="25703"/>
                  <a:pt x="342840" y="84911"/>
                  <a:pt x="342840" y="155115"/>
                </a:cubicBezTo>
                <a:cubicBezTo>
                  <a:pt x="343096" y="181573"/>
                  <a:pt x="334592" y="207379"/>
                  <a:pt x="318671" y="228517"/>
                </a:cubicBezTo>
                <a:lnTo>
                  <a:pt x="318671" y="228517"/>
                </a:lnTo>
                <a:cubicBezTo>
                  <a:pt x="316536" y="231139"/>
                  <a:pt x="315525" y="234489"/>
                  <a:pt x="315858" y="237852"/>
                </a:cubicBezTo>
                <a:cubicBezTo>
                  <a:pt x="316126" y="241190"/>
                  <a:pt x="317789" y="244259"/>
                  <a:pt x="320462" y="246292"/>
                </a:cubicBezTo>
                <a:cubicBezTo>
                  <a:pt x="325986" y="250525"/>
                  <a:pt x="333889" y="249566"/>
                  <a:pt x="338236" y="244118"/>
                </a:cubicBezTo>
                <a:cubicBezTo>
                  <a:pt x="357930" y="218479"/>
                  <a:pt x="368377" y="186931"/>
                  <a:pt x="367904" y="154604"/>
                </a:cubicBezTo>
                <a:cubicBezTo>
                  <a:pt x="367904" y="68031"/>
                  <a:pt x="284272" y="0"/>
                  <a:pt x="184016" y="0"/>
                </a:cubicBezTo>
                <a:close/>
              </a:path>
            </a:pathLst>
          </a:custGeom>
          <a:solidFill>
            <a:srgbClr val="FFFFFF"/>
          </a:solidFill>
          <a:ln w="12779" cap="flat">
            <a:noFill/>
            <a:prstDash val="solid"/>
            <a:miter/>
          </a:ln>
        </p:spPr>
        <p:txBody>
          <a:bodyPr anchor="ctr"/>
          <a:lstStyle/>
          <a:p>
            <a:endParaRPr/>
          </a:p>
        </p:txBody>
      </p:sp>
      <p:sp>
        <p:nvSpPr>
          <p:cNvPr id="28" name="Vrije vorm: vorm 31">
            <a:extLst>
              <a:ext uri="{FF2B5EF4-FFF2-40B4-BE49-F238E27FC236}">
                <a16:creationId xmlns:a16="http://schemas.microsoft.com/office/drawing/2014/main" id="{8C56613A-A84E-876D-0838-B5237A45F3EF}"/>
              </a:ext>
            </a:extLst>
          </p:cNvPr>
          <p:cNvSpPr>
            <a:spLocks noGrp="1"/>
          </p:cNvSpPr>
          <p:nvPr/>
        </p:nvSpPr>
        <p:spPr>
          <a:xfrm>
            <a:off x="6129568" y="1952561"/>
            <a:ext cx="133759" cy="116368"/>
          </a:xfrm>
          <a:custGeom>
            <a:avLst/>
            <a:gdLst>
              <a:gd name="connsiteX0" fmla="*/ 123402 w 133759"/>
              <a:gd name="connsiteY0" fmla="*/ 0 h 116368"/>
              <a:gd name="connsiteX1" fmla="*/ 98466 w 133759"/>
              <a:gd name="connsiteY1" fmla="*/ 2302 h 116368"/>
              <a:gd name="connsiteX2" fmla="*/ 105243 w 133759"/>
              <a:gd name="connsiteY2" fmla="*/ 80051 h 116368"/>
              <a:gd name="connsiteX3" fmla="*/ 8184 w 133759"/>
              <a:gd name="connsiteY3" fmla="*/ 46547 h 116368"/>
              <a:gd name="connsiteX4" fmla="*/ 0 w 133759"/>
              <a:gd name="connsiteY4" fmla="*/ 70205 h 116368"/>
              <a:gd name="connsiteX5" fmla="*/ 133760 w 133759"/>
              <a:gd name="connsiteY5" fmla="*/ 116368 h 116368"/>
            </a:gdLst>
            <a:ahLst/>
            <a:cxnLst/>
            <a:rect l="l" t="t" r="r" b="b"/>
            <a:pathLst>
              <a:path w="133759" h="116368">
                <a:moveTo>
                  <a:pt x="123402" y="0"/>
                </a:moveTo>
                <a:lnTo>
                  <a:pt x="98466" y="2302"/>
                </a:lnTo>
                <a:lnTo>
                  <a:pt x="105243" y="80051"/>
                </a:lnTo>
                <a:lnTo>
                  <a:pt x="8184" y="46547"/>
                </a:lnTo>
                <a:lnTo>
                  <a:pt x="0" y="70205"/>
                </a:lnTo>
                <a:lnTo>
                  <a:pt x="133760" y="116368"/>
                </a:lnTo>
                <a:close/>
              </a:path>
            </a:pathLst>
          </a:custGeom>
          <a:solidFill>
            <a:srgbClr val="FFFFFF"/>
          </a:solidFill>
          <a:ln w="12779" cap="flat">
            <a:noFill/>
            <a:prstDash val="solid"/>
            <a:miter/>
          </a:ln>
        </p:spPr>
        <p:txBody>
          <a:bodyPr anchor="ct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kst slide afbeelding">
    <p:bg>
      <p:bgPr>
        <a:solidFill>
          <a:schemeClr val="bg1"/>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6AACC60E-D509-43A1-B2DD-0C7F33C0C726}"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45" name="Titel 53">
            <a:extLst>
              <a:ext uri="{FF2B5EF4-FFF2-40B4-BE49-F238E27FC236}">
                <a16:creationId xmlns:a16="http://schemas.microsoft.com/office/drawing/2014/main" id="{E1B94B4B-9150-495D-B84F-1A085DE54062}"/>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lvl1pPr>
          </a:lstStyle>
          <a:p>
            <a:r>
              <a:t>This is a title</a:t>
            </a:r>
          </a:p>
        </p:txBody>
      </p:sp>
      <p:sp>
        <p:nvSpPr>
          <p:cNvPr id="46" name="Tijdelijke aanduiding voor tekst 55">
            <a:extLst>
              <a:ext uri="{FF2B5EF4-FFF2-40B4-BE49-F238E27FC236}">
                <a16:creationId xmlns:a16="http://schemas.microsoft.com/office/drawing/2014/main" id="{E38843AE-5019-410F-815E-EC8EB9CDBC15}"/>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49" name="Tijdelijke aanduiding voor tekst 75">
            <a:extLst>
              <a:ext uri="{FF2B5EF4-FFF2-40B4-BE49-F238E27FC236}">
                <a16:creationId xmlns:a16="http://schemas.microsoft.com/office/drawing/2014/main" id="{CC224D7F-5E2F-4800-8425-D4195AB03DA0}"/>
              </a:ext>
            </a:extLst>
          </p:cNvPr>
          <p:cNvSpPr>
            <a:spLocks noGrp="1"/>
          </p:cNvSpPr>
          <p:nvPr>
            <p:ph type="body" idx="10" hasCustomPrompt="1"/>
          </p:nvPr>
        </p:nvSpPr>
        <p:spPr>
          <a:xfrm>
            <a:off x="839134" y="2286001"/>
            <a:ext cx="5256866" cy="3996932"/>
          </a:xfrm>
        </p:spPr>
        <p:txBody>
          <a:bodyPr>
            <a:normAutofit/>
          </a:bodyPr>
          <a:lstStyle>
            <a:lvl1pPr marL="0" indent="0">
              <a:lnSpc>
                <a:spcPct val="112000"/>
              </a:lnSpc>
              <a:spcBef>
                <a:spcPts val="0"/>
              </a:spcBef>
              <a:buClr>
                <a:srgbClr val="FF7A00"/>
              </a:buClr>
              <a:buFont typeface="Arial"/>
              <a:buNone/>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pic>
        <p:nvPicPr>
          <p:cNvPr id="6" name="Afbeelding 5">
            <a:extLst>
              <a:ext uri="{FF2B5EF4-FFF2-40B4-BE49-F238E27FC236}">
                <a16:creationId xmlns:a16="http://schemas.microsoft.com/office/drawing/2014/main" id="{D0AA39DC-E16C-4C15-AC5A-C283799FF264}"/>
              </a:ext>
            </a:extLst>
          </p:cNvPr>
          <p:cNvPicPr>
            <a:picLocks noChangeAspect="1"/>
          </p:cNvPicPr>
          <p:nvPr/>
        </p:nvPicPr>
        <p:blipFill>
          <a:blip r:embed="rId2"/>
          <a:stretch>
            <a:fillRect/>
          </a:stretch>
        </p:blipFill>
        <p:spPr>
          <a:xfrm>
            <a:off x="6574289" y="0"/>
            <a:ext cx="5626100" cy="53213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kst slide afbeelding - grijs">
    <p:bg>
      <p:bgPr>
        <a:solidFill>
          <a:srgbClr val="E6EBE4"/>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6AACC60E-D509-43A1-B2DD-0C7F33C0C726}"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45" name="Titel 53">
            <a:extLst>
              <a:ext uri="{FF2B5EF4-FFF2-40B4-BE49-F238E27FC236}">
                <a16:creationId xmlns:a16="http://schemas.microsoft.com/office/drawing/2014/main" id="{E1B94B4B-9150-495D-B84F-1A085DE54062}"/>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lvl1pPr>
          </a:lstStyle>
          <a:p>
            <a:r>
              <a:t>This is a title</a:t>
            </a:r>
          </a:p>
        </p:txBody>
      </p:sp>
      <p:sp>
        <p:nvSpPr>
          <p:cNvPr id="46" name="Tijdelijke aanduiding voor tekst 55">
            <a:extLst>
              <a:ext uri="{FF2B5EF4-FFF2-40B4-BE49-F238E27FC236}">
                <a16:creationId xmlns:a16="http://schemas.microsoft.com/office/drawing/2014/main" id="{E38843AE-5019-410F-815E-EC8EB9CDBC15}"/>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49" name="Tijdelijke aanduiding voor tekst 75">
            <a:extLst>
              <a:ext uri="{FF2B5EF4-FFF2-40B4-BE49-F238E27FC236}">
                <a16:creationId xmlns:a16="http://schemas.microsoft.com/office/drawing/2014/main" id="{CC224D7F-5E2F-4800-8425-D4195AB03DA0}"/>
              </a:ext>
            </a:extLst>
          </p:cNvPr>
          <p:cNvSpPr>
            <a:spLocks noGrp="1"/>
          </p:cNvSpPr>
          <p:nvPr>
            <p:ph type="body" idx="10" hasCustomPrompt="1"/>
          </p:nvPr>
        </p:nvSpPr>
        <p:spPr>
          <a:xfrm>
            <a:off x="839134" y="2286001"/>
            <a:ext cx="5256866" cy="3996932"/>
          </a:xfrm>
        </p:spPr>
        <p:txBody>
          <a:bodyPr>
            <a:normAutofit/>
          </a:bodyPr>
          <a:lstStyle>
            <a:lvl1pPr marL="0" indent="0">
              <a:lnSpc>
                <a:spcPct val="112000"/>
              </a:lnSpc>
              <a:spcBef>
                <a:spcPts val="0"/>
              </a:spcBef>
              <a:buClr>
                <a:srgbClr val="FF7A00"/>
              </a:buClr>
              <a:buFont typeface="Arial"/>
              <a:buNone/>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pic>
        <p:nvPicPr>
          <p:cNvPr id="4" name="Afbeelding 3">
            <a:extLst>
              <a:ext uri="{FF2B5EF4-FFF2-40B4-BE49-F238E27FC236}">
                <a16:creationId xmlns:a16="http://schemas.microsoft.com/office/drawing/2014/main" id="{D6C3A074-8A03-4AC5-A14D-0264D3197249}"/>
              </a:ext>
            </a:extLst>
          </p:cNvPr>
          <p:cNvPicPr>
            <a:picLocks noChangeAspect="1"/>
          </p:cNvPicPr>
          <p:nvPr/>
        </p:nvPicPr>
        <p:blipFill>
          <a:blip r:embed="rId2"/>
          <a:stretch>
            <a:fillRect/>
          </a:stretch>
        </p:blipFill>
        <p:spPr>
          <a:xfrm>
            <a:off x="6565900" y="0"/>
            <a:ext cx="5626100" cy="53213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kst slide afbeelding - DiP groen">
    <p:bg>
      <p:bgPr>
        <a:solidFill>
          <a:srgbClr val="044318"/>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EE62BE-450F-4ECF-8EF0-BB10365F5036}"/>
              </a:ext>
            </a:extLst>
          </p:cNvPr>
          <p:cNvPicPr>
            <a:picLocks noChangeAspect="1"/>
          </p:cNvPicPr>
          <p:nvPr/>
        </p:nvPicPr>
        <p:blipFill>
          <a:blip r:embed="rId2"/>
          <a:stretch>
            <a:fillRect/>
          </a:stretch>
        </p:blipFill>
        <p:spPr>
          <a:xfrm>
            <a:off x="3911282" y="0"/>
            <a:ext cx="8117840" cy="3740330"/>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80BB9241-68EE-40F8-B1C3-9D7CF02EA4F6}" type="datetime1">
              <a:t>23-10-2026</a:t>
            </a:fld>
            <a:endParaRPr/>
          </a:p>
        </p:txBody>
      </p:sp>
      <p:sp>
        <p:nvSpPr>
          <p:cNvPr id="45" name="Titel 53">
            <a:extLst>
              <a:ext uri="{FF2B5EF4-FFF2-40B4-BE49-F238E27FC236}">
                <a16:creationId xmlns:a16="http://schemas.microsoft.com/office/drawing/2014/main" id="{E1B94B4B-9150-495D-B84F-1A085DE54062}"/>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solidFill>
                  <a:schemeClr val="bg1"/>
                </a:solidFill>
              </a:defRPr>
            </a:lvl1pPr>
          </a:lstStyle>
          <a:p>
            <a:r>
              <a:t>This is a title</a:t>
            </a:r>
          </a:p>
        </p:txBody>
      </p:sp>
      <p:sp>
        <p:nvSpPr>
          <p:cNvPr id="46" name="Tijdelijke aanduiding voor tekst 55">
            <a:extLst>
              <a:ext uri="{FF2B5EF4-FFF2-40B4-BE49-F238E27FC236}">
                <a16:creationId xmlns:a16="http://schemas.microsoft.com/office/drawing/2014/main" id="{E38843AE-5019-410F-815E-EC8EB9CDBC15}"/>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17" name="Tijdelijke aanduiding voor tekst 2">
            <a:extLst>
              <a:ext uri="{FF2B5EF4-FFF2-40B4-BE49-F238E27FC236}">
                <a16:creationId xmlns:a16="http://schemas.microsoft.com/office/drawing/2014/main" id="{06492992-7C4A-418A-9657-FC9455AC5A7F}"/>
              </a:ext>
            </a:extLst>
          </p:cNvPr>
          <p:cNvSpPr>
            <a:spLocks noGrp="1"/>
          </p:cNvSpPr>
          <p:nvPr>
            <p:ph type="body" idx="16" hasCustomPrompt="1"/>
          </p:nvPr>
        </p:nvSpPr>
        <p:spPr>
          <a:xfrm>
            <a:off x="835024" y="2278063"/>
            <a:ext cx="5256865" cy="4005262"/>
          </a:xfrm>
        </p:spPr>
        <p:txBody>
          <a:bodyPr>
            <a:normAutofit/>
          </a:bodyPr>
          <a:lstStyle>
            <a:lvl1pPr>
              <a:buNone/>
              <a:defRPr sz="1800">
                <a:solidFill>
                  <a:schemeClr val="bg1"/>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9" name="Vrije vorm: vorm 18">
            <a:extLst>
              <a:ext uri="{FF2B5EF4-FFF2-40B4-BE49-F238E27FC236}">
                <a16:creationId xmlns:a16="http://schemas.microsoft.com/office/drawing/2014/main" id="{A2CF7F05-BFEF-47C6-8201-E9531557EBCF}"/>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0" name="Vrije vorm: vorm 19">
            <a:extLst>
              <a:ext uri="{FF2B5EF4-FFF2-40B4-BE49-F238E27FC236}">
                <a16:creationId xmlns:a16="http://schemas.microsoft.com/office/drawing/2014/main" id="{E5376DE4-D3D8-423E-80A6-53B118CE13D1}"/>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1" name="Vrije vorm: vorm 20">
            <a:extLst>
              <a:ext uri="{FF2B5EF4-FFF2-40B4-BE49-F238E27FC236}">
                <a16:creationId xmlns:a16="http://schemas.microsoft.com/office/drawing/2014/main" id="{07BCA99D-894A-418C-8A98-F9F186362A0B}"/>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pic>
        <p:nvPicPr>
          <p:cNvPr id="8" name="Afbeelding 7">
            <a:extLst>
              <a:ext uri="{FF2B5EF4-FFF2-40B4-BE49-F238E27FC236}">
                <a16:creationId xmlns:a16="http://schemas.microsoft.com/office/drawing/2014/main" id="{8C00F0BF-0231-4A6D-9199-6C9F1106D47B}"/>
              </a:ext>
            </a:extLst>
          </p:cNvPr>
          <p:cNvPicPr>
            <a:picLocks noChangeAspect="1"/>
          </p:cNvPicPr>
          <p:nvPr/>
        </p:nvPicPr>
        <p:blipFill>
          <a:blip r:embed="rId3"/>
          <a:stretch>
            <a:fillRect/>
          </a:stretch>
        </p:blipFill>
        <p:spPr>
          <a:xfrm>
            <a:off x="6579168" y="0"/>
            <a:ext cx="5624121" cy="5316669"/>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kst slide afbeelding placeholder">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F1A6FA-338F-7E64-1BAF-A52D75513158}"/>
              </a:ext>
            </a:extLst>
          </p:cNvPr>
          <p:cNvSpPr>
            <a:spLocks noGrp="1"/>
          </p:cNvSpPr>
          <p:nvPr>
            <p:ph type="pic" idx="14" hasCustomPrompt="1"/>
          </p:nvPr>
        </p:nvSpPr>
        <p:spPr>
          <a:xfrm>
            <a:off x="6546021" y="1306"/>
            <a:ext cx="5650090" cy="5349616"/>
          </a:xfrm>
          <a:custGeom>
            <a:avLst/>
            <a:gdLst>
              <a:gd name="connsiteX0" fmla="*/ 2674799 w 5650090"/>
              <a:gd name="connsiteY0" fmla="*/ 0 h 5349616"/>
              <a:gd name="connsiteX1" fmla="*/ 5650090 w 5650090"/>
              <a:gd name="connsiteY1" fmla="*/ 0 h 5349616"/>
              <a:gd name="connsiteX2" fmla="*/ 5650090 w 5650090"/>
              <a:gd name="connsiteY2" fmla="*/ 5349616 h 5349616"/>
              <a:gd name="connsiteX3" fmla="*/ 2674799 w 5650090"/>
              <a:gd name="connsiteY3" fmla="*/ 5349616 h 5349616"/>
              <a:gd name="connsiteX4" fmla="*/ 0 w 5650090"/>
              <a:gd name="connsiteY4" fmla="*/ 2674797 h 5349616"/>
              <a:gd name="connsiteX5" fmla="*/ 2674799 w 5650090"/>
              <a:gd name="connsiteY5" fmla="*/ 0 h 5349616"/>
            </a:gdLst>
            <a:ahLst/>
            <a:cxnLst/>
            <a:rect l="l" t="t" r="r" b="b"/>
            <a:pathLst>
              <a:path w="5650090" h="5349616">
                <a:moveTo>
                  <a:pt x="2674799" y="0"/>
                </a:moveTo>
                <a:lnTo>
                  <a:pt x="5650090" y="0"/>
                </a:lnTo>
                <a:lnTo>
                  <a:pt x="5650090" y="5349616"/>
                </a:lnTo>
                <a:lnTo>
                  <a:pt x="2674799" y="5349616"/>
                </a:lnTo>
                <a:cubicBezTo>
                  <a:pt x="1197549" y="5349616"/>
                  <a:pt x="0" y="4152052"/>
                  <a:pt x="0" y="2674797"/>
                </a:cubicBezTo>
                <a:cubicBezTo>
                  <a:pt x="0" y="1197547"/>
                  <a:pt x="1197549" y="0"/>
                  <a:pt x="2674799" y="0"/>
                </a:cubicBezTo>
                <a:close/>
              </a:path>
            </a:pathLst>
          </a:custGeom>
          <a:solidFill>
            <a:srgbClr val="E6EBE4"/>
          </a:solidFill>
        </p:spPr>
        <p:txBody>
          <a:bodyPr wrap="square" anchor="ctr">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4772DB7A-C8E0-42F4-9214-B54EB65A37D1}"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45" name="Titel 53">
            <a:extLst>
              <a:ext uri="{FF2B5EF4-FFF2-40B4-BE49-F238E27FC236}">
                <a16:creationId xmlns:a16="http://schemas.microsoft.com/office/drawing/2014/main" id="{E1B94B4B-9150-495D-B84F-1A085DE54062}"/>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lvl1pPr>
          </a:lstStyle>
          <a:p>
            <a:r>
              <a:t>This is a title</a:t>
            </a:r>
          </a:p>
        </p:txBody>
      </p:sp>
      <p:sp>
        <p:nvSpPr>
          <p:cNvPr id="46" name="Tijdelijke aanduiding voor tekst 55">
            <a:extLst>
              <a:ext uri="{FF2B5EF4-FFF2-40B4-BE49-F238E27FC236}">
                <a16:creationId xmlns:a16="http://schemas.microsoft.com/office/drawing/2014/main" id="{E38843AE-5019-410F-815E-EC8EB9CDBC15}"/>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49" name="Tijdelijke aanduiding voor tekst 75">
            <a:extLst>
              <a:ext uri="{FF2B5EF4-FFF2-40B4-BE49-F238E27FC236}">
                <a16:creationId xmlns:a16="http://schemas.microsoft.com/office/drawing/2014/main" id="{CC224D7F-5E2F-4800-8425-D4195AB03DA0}"/>
              </a:ext>
            </a:extLst>
          </p:cNvPr>
          <p:cNvSpPr>
            <a:spLocks noGrp="1"/>
          </p:cNvSpPr>
          <p:nvPr>
            <p:ph type="body" idx="10" hasCustomPrompt="1"/>
          </p:nvPr>
        </p:nvSpPr>
        <p:spPr>
          <a:xfrm>
            <a:off x="839134" y="2286001"/>
            <a:ext cx="52568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kst slide afbeelding placeholder - grijs">
    <p:bg>
      <p:bgPr>
        <a:solidFill>
          <a:srgbClr val="E6EBE4"/>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F1A6FA-338F-7E64-1BAF-A52D75513158}"/>
              </a:ext>
            </a:extLst>
          </p:cNvPr>
          <p:cNvSpPr>
            <a:spLocks noGrp="1"/>
          </p:cNvSpPr>
          <p:nvPr>
            <p:ph type="pic" idx="14" hasCustomPrompt="1"/>
          </p:nvPr>
        </p:nvSpPr>
        <p:spPr>
          <a:xfrm>
            <a:off x="6546021" y="1306"/>
            <a:ext cx="5650090" cy="5349616"/>
          </a:xfrm>
          <a:custGeom>
            <a:avLst/>
            <a:gdLst>
              <a:gd name="connsiteX0" fmla="*/ 2674799 w 5650090"/>
              <a:gd name="connsiteY0" fmla="*/ 0 h 5349616"/>
              <a:gd name="connsiteX1" fmla="*/ 5650090 w 5650090"/>
              <a:gd name="connsiteY1" fmla="*/ 0 h 5349616"/>
              <a:gd name="connsiteX2" fmla="*/ 5650090 w 5650090"/>
              <a:gd name="connsiteY2" fmla="*/ 5349616 h 5349616"/>
              <a:gd name="connsiteX3" fmla="*/ 2674799 w 5650090"/>
              <a:gd name="connsiteY3" fmla="*/ 5349616 h 5349616"/>
              <a:gd name="connsiteX4" fmla="*/ 0 w 5650090"/>
              <a:gd name="connsiteY4" fmla="*/ 2674797 h 5349616"/>
              <a:gd name="connsiteX5" fmla="*/ 2674799 w 5650090"/>
              <a:gd name="connsiteY5" fmla="*/ 0 h 5349616"/>
            </a:gdLst>
            <a:ahLst/>
            <a:cxnLst/>
            <a:rect l="l" t="t" r="r" b="b"/>
            <a:pathLst>
              <a:path w="5650090" h="5349616">
                <a:moveTo>
                  <a:pt x="2674799" y="0"/>
                </a:moveTo>
                <a:lnTo>
                  <a:pt x="5650090" y="0"/>
                </a:lnTo>
                <a:lnTo>
                  <a:pt x="5650090" y="5349616"/>
                </a:lnTo>
                <a:lnTo>
                  <a:pt x="2674799" y="5349616"/>
                </a:lnTo>
                <a:cubicBezTo>
                  <a:pt x="1197549" y="5349616"/>
                  <a:pt x="0" y="4152052"/>
                  <a:pt x="0" y="2674797"/>
                </a:cubicBezTo>
                <a:cubicBezTo>
                  <a:pt x="0" y="1197547"/>
                  <a:pt x="1197549" y="0"/>
                  <a:pt x="2674799" y="0"/>
                </a:cubicBezTo>
                <a:close/>
              </a:path>
            </a:pathLst>
          </a:custGeom>
          <a:solidFill>
            <a:schemeClr val="bg1"/>
          </a:solidFill>
        </p:spPr>
        <p:txBody>
          <a:bodyPr wrap="square" anchor="ctr">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4772DB7A-C8E0-42F4-9214-B54EB65A37D1}"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45" name="Titel 53">
            <a:extLst>
              <a:ext uri="{FF2B5EF4-FFF2-40B4-BE49-F238E27FC236}">
                <a16:creationId xmlns:a16="http://schemas.microsoft.com/office/drawing/2014/main" id="{E1B94B4B-9150-495D-B84F-1A085DE54062}"/>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lvl1pPr>
          </a:lstStyle>
          <a:p>
            <a:r>
              <a:t>This is a title</a:t>
            </a:r>
          </a:p>
        </p:txBody>
      </p:sp>
      <p:sp>
        <p:nvSpPr>
          <p:cNvPr id="46" name="Tijdelijke aanduiding voor tekst 55">
            <a:extLst>
              <a:ext uri="{FF2B5EF4-FFF2-40B4-BE49-F238E27FC236}">
                <a16:creationId xmlns:a16="http://schemas.microsoft.com/office/drawing/2014/main" id="{E38843AE-5019-410F-815E-EC8EB9CDBC15}"/>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49" name="Tijdelijke aanduiding voor tekst 75">
            <a:extLst>
              <a:ext uri="{FF2B5EF4-FFF2-40B4-BE49-F238E27FC236}">
                <a16:creationId xmlns:a16="http://schemas.microsoft.com/office/drawing/2014/main" id="{CC224D7F-5E2F-4800-8425-D4195AB03DA0}"/>
              </a:ext>
            </a:extLst>
          </p:cNvPr>
          <p:cNvSpPr>
            <a:spLocks noGrp="1"/>
          </p:cNvSpPr>
          <p:nvPr>
            <p:ph type="body" idx="10" hasCustomPrompt="1"/>
          </p:nvPr>
        </p:nvSpPr>
        <p:spPr>
          <a:xfrm>
            <a:off x="839134" y="2286001"/>
            <a:ext cx="52568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2" name="Tekstvak 1">
            <a:extLst>
              <a:ext uri="{FF2B5EF4-FFF2-40B4-BE49-F238E27FC236}">
                <a16:creationId xmlns:a16="http://schemas.microsoft.com/office/drawing/2014/main" id="{938B20E0-F1CB-687B-A323-ED8B1D10FB15}"/>
              </a:ext>
            </a:extLst>
          </p:cNvPr>
          <p:cNvSpPr>
            <a:spLocks noGrp="1"/>
          </p:cNvSpPr>
          <p:nvPr/>
        </p:nvSpPr>
        <p:spPr>
          <a:xfrm>
            <a:off x="243281" y="226503"/>
            <a:ext cx="0" cy="0"/>
          </a:xfrm>
          <a:prstGeom prst="rect">
            <a:avLst/>
          </a:prstGeom>
        </p:spPr>
        <p:txBody>
          <a:bodyPr vert="horz" wrap="none" lIns="0" tIns="0" rIns="0" bIns="0">
            <a:normAutofit fontScale="25000" lnSpcReduction="20000"/>
          </a:bodyPr>
          <a:lstStyle/>
          <a:p>
            <a:pPr algn="l">
              <a:buNone/>
            </a:pPr>
            <a:endParaRPr>
              <a:solidFill>
                <a:srgbClr val="323633"/>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kst slide afbeelding placeholder - DiP groen">
    <p:bg>
      <p:bgPr>
        <a:solidFill>
          <a:srgbClr val="04431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607C3B-6160-41A8-B120-F7771C5564F8}"/>
              </a:ext>
            </a:extLst>
          </p:cNvPr>
          <p:cNvPicPr>
            <a:picLocks noChangeAspect="1"/>
          </p:cNvPicPr>
          <p:nvPr/>
        </p:nvPicPr>
        <p:blipFill>
          <a:blip r:embed="rId2"/>
          <a:stretch>
            <a:fillRect/>
          </a:stretch>
        </p:blipFill>
        <p:spPr>
          <a:xfrm>
            <a:off x="3911282" y="0"/>
            <a:ext cx="8117840" cy="3740330"/>
          </a:xfrm>
          <a:prstGeom prst="rect">
            <a:avLst/>
          </a:prstGeom>
        </p:spPr>
      </p:pic>
      <p:sp>
        <p:nvSpPr>
          <p:cNvPr id="2" name="Picture Placeholder 1">
            <a:extLst>
              <a:ext uri="{FF2B5EF4-FFF2-40B4-BE49-F238E27FC236}">
                <a16:creationId xmlns:a16="http://schemas.microsoft.com/office/drawing/2014/main" id="{AA0E98F9-FB95-14A3-3017-0DDBE1CD95F4}"/>
              </a:ext>
            </a:extLst>
          </p:cNvPr>
          <p:cNvSpPr>
            <a:spLocks noGrp="1"/>
          </p:cNvSpPr>
          <p:nvPr>
            <p:ph type="pic" idx="14" hasCustomPrompt="1"/>
          </p:nvPr>
        </p:nvSpPr>
        <p:spPr>
          <a:xfrm>
            <a:off x="6546021" y="1306"/>
            <a:ext cx="5650090" cy="5349616"/>
          </a:xfrm>
          <a:custGeom>
            <a:avLst/>
            <a:gdLst>
              <a:gd name="connsiteX0" fmla="*/ 2674799 w 5650090"/>
              <a:gd name="connsiteY0" fmla="*/ 0 h 5349616"/>
              <a:gd name="connsiteX1" fmla="*/ 5650090 w 5650090"/>
              <a:gd name="connsiteY1" fmla="*/ 0 h 5349616"/>
              <a:gd name="connsiteX2" fmla="*/ 5650090 w 5650090"/>
              <a:gd name="connsiteY2" fmla="*/ 5349616 h 5349616"/>
              <a:gd name="connsiteX3" fmla="*/ 2674799 w 5650090"/>
              <a:gd name="connsiteY3" fmla="*/ 5349616 h 5349616"/>
              <a:gd name="connsiteX4" fmla="*/ 0 w 5650090"/>
              <a:gd name="connsiteY4" fmla="*/ 2674797 h 5349616"/>
              <a:gd name="connsiteX5" fmla="*/ 2674799 w 5650090"/>
              <a:gd name="connsiteY5" fmla="*/ 0 h 5349616"/>
            </a:gdLst>
            <a:ahLst/>
            <a:cxnLst/>
            <a:rect l="l" t="t" r="r" b="b"/>
            <a:pathLst>
              <a:path w="5650090" h="5349616">
                <a:moveTo>
                  <a:pt x="2674799" y="0"/>
                </a:moveTo>
                <a:lnTo>
                  <a:pt x="5650090" y="0"/>
                </a:lnTo>
                <a:lnTo>
                  <a:pt x="5650090" y="5349616"/>
                </a:lnTo>
                <a:lnTo>
                  <a:pt x="2674799" y="5349616"/>
                </a:lnTo>
                <a:cubicBezTo>
                  <a:pt x="1197549" y="5349616"/>
                  <a:pt x="0" y="4152052"/>
                  <a:pt x="0" y="2674797"/>
                </a:cubicBezTo>
                <a:cubicBezTo>
                  <a:pt x="0" y="1197547"/>
                  <a:pt x="1197549" y="0"/>
                  <a:pt x="2674799" y="0"/>
                </a:cubicBezTo>
                <a:close/>
              </a:path>
            </a:pathLst>
          </a:custGeom>
          <a:solidFill>
            <a:srgbClr val="E6EBE4"/>
          </a:solidFill>
        </p:spPr>
        <p:txBody>
          <a:bodyPr wrap="square" anchor="ctr">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9CA42772-9EAA-4050-AEE2-7797E940DDD5}" type="datetime1">
              <a:t>23-10-2026</a:t>
            </a:fld>
            <a:endParaRPr/>
          </a:p>
        </p:txBody>
      </p:sp>
      <p:sp>
        <p:nvSpPr>
          <p:cNvPr id="45" name="Titel 53">
            <a:extLst>
              <a:ext uri="{FF2B5EF4-FFF2-40B4-BE49-F238E27FC236}">
                <a16:creationId xmlns:a16="http://schemas.microsoft.com/office/drawing/2014/main" id="{E1B94B4B-9150-495D-B84F-1A085DE54062}"/>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solidFill>
                  <a:schemeClr val="bg1"/>
                </a:solidFill>
              </a:defRPr>
            </a:lvl1pPr>
          </a:lstStyle>
          <a:p>
            <a:r>
              <a:t>This is a title</a:t>
            </a:r>
          </a:p>
        </p:txBody>
      </p:sp>
      <p:sp>
        <p:nvSpPr>
          <p:cNvPr id="46" name="Tijdelijke aanduiding voor tekst 55">
            <a:extLst>
              <a:ext uri="{FF2B5EF4-FFF2-40B4-BE49-F238E27FC236}">
                <a16:creationId xmlns:a16="http://schemas.microsoft.com/office/drawing/2014/main" id="{E38843AE-5019-410F-815E-EC8EB9CDBC15}"/>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17" name="Tijdelijke aanduiding voor tekst 2">
            <a:extLst>
              <a:ext uri="{FF2B5EF4-FFF2-40B4-BE49-F238E27FC236}">
                <a16:creationId xmlns:a16="http://schemas.microsoft.com/office/drawing/2014/main" id="{06492992-7C4A-418A-9657-FC9455AC5A7F}"/>
              </a:ext>
            </a:extLst>
          </p:cNvPr>
          <p:cNvSpPr>
            <a:spLocks noGrp="1"/>
          </p:cNvSpPr>
          <p:nvPr>
            <p:ph type="body" idx="16" hasCustomPrompt="1"/>
          </p:nvPr>
        </p:nvSpPr>
        <p:spPr>
          <a:xfrm>
            <a:off x="835024" y="2278063"/>
            <a:ext cx="5256865" cy="4005262"/>
          </a:xfrm>
        </p:spPr>
        <p:txBody>
          <a:bodyPr>
            <a:normAutofit/>
          </a:bodyPr>
          <a:lstStyle>
            <a:lvl1pPr>
              <a:buNone/>
              <a:defRPr sz="1800">
                <a:solidFill>
                  <a:schemeClr val="bg1"/>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9" name="Vrije vorm: vorm 18">
            <a:extLst>
              <a:ext uri="{FF2B5EF4-FFF2-40B4-BE49-F238E27FC236}">
                <a16:creationId xmlns:a16="http://schemas.microsoft.com/office/drawing/2014/main" id="{A2CF7F05-BFEF-47C6-8201-E9531557EBCF}"/>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0" name="Vrije vorm: vorm 19">
            <a:extLst>
              <a:ext uri="{FF2B5EF4-FFF2-40B4-BE49-F238E27FC236}">
                <a16:creationId xmlns:a16="http://schemas.microsoft.com/office/drawing/2014/main" id="{E5376DE4-D3D8-423E-80A6-53B118CE13D1}"/>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1" name="Vrije vorm: vorm 20">
            <a:extLst>
              <a:ext uri="{FF2B5EF4-FFF2-40B4-BE49-F238E27FC236}">
                <a16:creationId xmlns:a16="http://schemas.microsoft.com/office/drawing/2014/main" id="{07BCA99D-894A-418C-8A98-F9F186362A0B}"/>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4" name="Tekstvak 3">
            <a:extLst>
              <a:ext uri="{FF2B5EF4-FFF2-40B4-BE49-F238E27FC236}">
                <a16:creationId xmlns:a16="http://schemas.microsoft.com/office/drawing/2014/main" id="{22F7FE68-7A3B-5659-DD3B-F91C60601ACD}"/>
              </a:ext>
            </a:extLst>
          </p:cNvPr>
          <p:cNvSpPr>
            <a:spLocks noGrp="1"/>
          </p:cNvSpPr>
          <p:nvPr/>
        </p:nvSpPr>
        <p:spPr>
          <a:xfrm>
            <a:off x="427839" y="4009938"/>
            <a:ext cx="0" cy="0"/>
          </a:xfrm>
          <a:prstGeom prst="rect">
            <a:avLst/>
          </a:prstGeom>
        </p:spPr>
        <p:txBody>
          <a:bodyPr vert="horz" wrap="none" lIns="0" tIns="0" rIns="0" bIns="0">
            <a:normAutofit fontScale="25000" lnSpcReduction="20000"/>
          </a:bodyPr>
          <a:lstStyle/>
          <a:p>
            <a:pPr algn="l">
              <a:buNone/>
            </a:pPr>
            <a:endParaRPr>
              <a:solidFill>
                <a:srgbClr val="323633"/>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kst slide afbeelding 2">
    <p:bg>
      <p:bgPr>
        <a:solidFill>
          <a:schemeClr val="bg1"/>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7B0E9AFB-1F2E-4D0E-8D28-F993CEC577AA}"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6" name="Titel 53">
            <a:extLst>
              <a:ext uri="{FF2B5EF4-FFF2-40B4-BE49-F238E27FC236}">
                <a16:creationId xmlns:a16="http://schemas.microsoft.com/office/drawing/2014/main" id="{B5031615-0865-4C69-95D3-1BECC5BAC189}"/>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lvl1pPr>
          </a:lstStyle>
          <a:p>
            <a:r>
              <a:t>This is a title</a:t>
            </a:r>
          </a:p>
        </p:txBody>
      </p:sp>
      <p:sp>
        <p:nvSpPr>
          <p:cNvPr id="17" name="Tijdelijke aanduiding voor tekst 55">
            <a:extLst>
              <a:ext uri="{FF2B5EF4-FFF2-40B4-BE49-F238E27FC236}">
                <a16:creationId xmlns:a16="http://schemas.microsoft.com/office/drawing/2014/main" id="{24EB782D-2834-4A98-8AE8-44132399FA8F}"/>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18" name="Tijdelijke aanduiding voor tekst 75">
            <a:extLst>
              <a:ext uri="{FF2B5EF4-FFF2-40B4-BE49-F238E27FC236}">
                <a16:creationId xmlns:a16="http://schemas.microsoft.com/office/drawing/2014/main" id="{B65BB2AA-8ADE-4186-89F2-D49B86A103C4}"/>
              </a:ext>
            </a:extLst>
          </p:cNvPr>
          <p:cNvSpPr>
            <a:spLocks noGrp="1"/>
          </p:cNvSpPr>
          <p:nvPr>
            <p:ph type="body" idx="10" hasCustomPrompt="1"/>
          </p:nvPr>
        </p:nvSpPr>
        <p:spPr>
          <a:xfrm>
            <a:off x="839134" y="2286001"/>
            <a:ext cx="52568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pic>
        <p:nvPicPr>
          <p:cNvPr id="3" name="Afbeelding 2">
            <a:extLst>
              <a:ext uri="{FF2B5EF4-FFF2-40B4-BE49-F238E27FC236}">
                <a16:creationId xmlns:a16="http://schemas.microsoft.com/office/drawing/2014/main" id="{EBA7DCA6-D632-4BCF-A4C0-96AD19F0826B}"/>
              </a:ext>
            </a:extLst>
          </p:cNvPr>
          <p:cNvPicPr>
            <a:picLocks noChangeAspect="1"/>
          </p:cNvPicPr>
          <p:nvPr/>
        </p:nvPicPr>
        <p:blipFill>
          <a:blip r:embed="rId2"/>
          <a:stretch>
            <a:fillRect/>
          </a:stretch>
        </p:blipFill>
        <p:spPr>
          <a:xfrm>
            <a:off x="6553200" y="-95956"/>
            <a:ext cx="5638800" cy="5334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kst slide afbeelding 2 - grijs">
    <p:bg>
      <p:bgPr>
        <a:solidFill>
          <a:srgbClr val="E6EBE4"/>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7B0E9AFB-1F2E-4D0E-8D28-F993CEC577AA}"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6" name="Titel 53">
            <a:extLst>
              <a:ext uri="{FF2B5EF4-FFF2-40B4-BE49-F238E27FC236}">
                <a16:creationId xmlns:a16="http://schemas.microsoft.com/office/drawing/2014/main" id="{B5031615-0865-4C69-95D3-1BECC5BAC189}"/>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lvl1pPr>
          </a:lstStyle>
          <a:p>
            <a:r>
              <a:t>This is a title</a:t>
            </a:r>
          </a:p>
        </p:txBody>
      </p:sp>
      <p:sp>
        <p:nvSpPr>
          <p:cNvPr id="17" name="Tijdelijke aanduiding voor tekst 55">
            <a:extLst>
              <a:ext uri="{FF2B5EF4-FFF2-40B4-BE49-F238E27FC236}">
                <a16:creationId xmlns:a16="http://schemas.microsoft.com/office/drawing/2014/main" id="{24EB782D-2834-4A98-8AE8-44132399FA8F}"/>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18" name="Tijdelijke aanduiding voor tekst 75">
            <a:extLst>
              <a:ext uri="{FF2B5EF4-FFF2-40B4-BE49-F238E27FC236}">
                <a16:creationId xmlns:a16="http://schemas.microsoft.com/office/drawing/2014/main" id="{B65BB2AA-8ADE-4186-89F2-D49B86A103C4}"/>
              </a:ext>
            </a:extLst>
          </p:cNvPr>
          <p:cNvSpPr>
            <a:spLocks noGrp="1"/>
          </p:cNvSpPr>
          <p:nvPr>
            <p:ph type="body" idx="10" hasCustomPrompt="1"/>
          </p:nvPr>
        </p:nvSpPr>
        <p:spPr>
          <a:xfrm>
            <a:off x="839134" y="2286001"/>
            <a:ext cx="52568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pic>
        <p:nvPicPr>
          <p:cNvPr id="3" name="Afbeelding 2">
            <a:extLst>
              <a:ext uri="{FF2B5EF4-FFF2-40B4-BE49-F238E27FC236}">
                <a16:creationId xmlns:a16="http://schemas.microsoft.com/office/drawing/2014/main" id="{DF9A7683-9C0C-4EC4-BF55-6A43BBA05AA0}"/>
              </a:ext>
            </a:extLst>
          </p:cNvPr>
          <p:cNvPicPr>
            <a:picLocks noChangeAspect="1"/>
          </p:cNvPicPr>
          <p:nvPr/>
        </p:nvPicPr>
        <p:blipFill>
          <a:blip r:embed="rId2"/>
          <a:srcRect b="33916"/>
          <a:stretch>
            <a:fillRect/>
          </a:stretch>
        </p:blipFill>
        <p:spPr>
          <a:xfrm>
            <a:off x="6553200" y="-95956"/>
            <a:ext cx="5638800" cy="3524956"/>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 slide afbeelding 2 - DiP groen">
    <p:bg>
      <p:bgPr>
        <a:solidFill>
          <a:srgbClr val="044318"/>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DF21BCFB-A0A2-4E75-BD38-5CC5DFD7D75A}"/>
              </a:ext>
            </a:extLst>
          </p:cNvPr>
          <p:cNvPicPr>
            <a:picLocks noChangeAspect="1"/>
          </p:cNvPicPr>
          <p:nvPr/>
        </p:nvPicPr>
        <p:blipFill>
          <a:blip r:embed="rId2"/>
          <a:stretch>
            <a:fillRect/>
          </a:stretch>
        </p:blipFill>
        <p:spPr>
          <a:xfrm>
            <a:off x="2539096" y="0"/>
            <a:ext cx="9652903" cy="4447617"/>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82FE4839-FC72-4FC2-80B9-B239A6F69449}" type="datetime1">
              <a:t>23-10-2026</a:t>
            </a:fld>
            <a:endParaRPr/>
          </a:p>
        </p:txBody>
      </p:sp>
      <p:sp>
        <p:nvSpPr>
          <p:cNvPr id="20" name="Vrije vorm: vorm 19">
            <a:extLst>
              <a:ext uri="{FF2B5EF4-FFF2-40B4-BE49-F238E27FC236}">
                <a16:creationId xmlns:a16="http://schemas.microsoft.com/office/drawing/2014/main" id="{F3C34520-E095-4E9F-962B-BF7151CCFA85}"/>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1" name="Vrije vorm: vorm 20">
            <a:extLst>
              <a:ext uri="{FF2B5EF4-FFF2-40B4-BE49-F238E27FC236}">
                <a16:creationId xmlns:a16="http://schemas.microsoft.com/office/drawing/2014/main" id="{590847EC-EFEC-45E2-9109-2242FB48D573}"/>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3" name="Vrije vorm: vorm 22">
            <a:extLst>
              <a:ext uri="{FF2B5EF4-FFF2-40B4-BE49-F238E27FC236}">
                <a16:creationId xmlns:a16="http://schemas.microsoft.com/office/drawing/2014/main" id="{2F00EA48-98FD-4AA8-A9F6-5C066B897B8D}"/>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25" name="Titel 53">
            <a:extLst>
              <a:ext uri="{FF2B5EF4-FFF2-40B4-BE49-F238E27FC236}">
                <a16:creationId xmlns:a16="http://schemas.microsoft.com/office/drawing/2014/main" id="{AA56C678-89EB-43D4-8585-0DF49EA9DFF8}"/>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solidFill>
                  <a:schemeClr val="bg1"/>
                </a:solidFill>
              </a:defRPr>
            </a:lvl1pPr>
          </a:lstStyle>
          <a:p>
            <a:r>
              <a:t>This is a title</a:t>
            </a:r>
          </a:p>
        </p:txBody>
      </p:sp>
      <p:sp>
        <p:nvSpPr>
          <p:cNvPr id="26" name="Tijdelijke aanduiding voor tekst 55">
            <a:extLst>
              <a:ext uri="{FF2B5EF4-FFF2-40B4-BE49-F238E27FC236}">
                <a16:creationId xmlns:a16="http://schemas.microsoft.com/office/drawing/2014/main" id="{793A6707-3168-40E6-ADDF-1D2D19F836D8}"/>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27" name="Tijdelijke aanduiding voor tekst 2">
            <a:extLst>
              <a:ext uri="{FF2B5EF4-FFF2-40B4-BE49-F238E27FC236}">
                <a16:creationId xmlns:a16="http://schemas.microsoft.com/office/drawing/2014/main" id="{1DB5DD64-EE42-42C7-8D95-EFC92A11408F}"/>
              </a:ext>
            </a:extLst>
          </p:cNvPr>
          <p:cNvSpPr>
            <a:spLocks noGrp="1"/>
          </p:cNvSpPr>
          <p:nvPr>
            <p:ph type="body" idx="16" hasCustomPrompt="1"/>
          </p:nvPr>
        </p:nvSpPr>
        <p:spPr>
          <a:xfrm>
            <a:off x="835024" y="2278063"/>
            <a:ext cx="5256865" cy="4005262"/>
          </a:xfrm>
        </p:spPr>
        <p:txBody>
          <a:bodyPr>
            <a:normAutofit/>
          </a:bodyPr>
          <a:lstStyle>
            <a:lvl1pPr>
              <a:buNone/>
              <a:defRPr sz="1800">
                <a:solidFill>
                  <a:schemeClr val="bg1"/>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pic>
        <p:nvPicPr>
          <p:cNvPr id="3" name="Afbeelding 2">
            <a:extLst>
              <a:ext uri="{FF2B5EF4-FFF2-40B4-BE49-F238E27FC236}">
                <a16:creationId xmlns:a16="http://schemas.microsoft.com/office/drawing/2014/main" id="{1F28BA5B-C3B1-4D58-9658-262A851555AA}"/>
              </a:ext>
            </a:extLst>
          </p:cNvPr>
          <p:cNvPicPr>
            <a:picLocks noChangeAspect="1"/>
          </p:cNvPicPr>
          <p:nvPr/>
        </p:nvPicPr>
        <p:blipFill>
          <a:blip r:embed="rId3"/>
          <a:srcRect b="34066"/>
          <a:stretch>
            <a:fillRect/>
          </a:stretch>
        </p:blipFill>
        <p:spPr>
          <a:xfrm>
            <a:off x="6553200" y="-87946"/>
            <a:ext cx="5638800" cy="3516946"/>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kst slide afbeelding 2 placeholder">
    <p:bg>
      <p:bgPr>
        <a:solidFill>
          <a:schemeClr val="bg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5C538255-3022-4BFB-B7EA-736CCAD0F5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31788" y="3565704"/>
            <a:ext cx="3160212" cy="1509914"/>
          </a:xfrm>
          <a:prstGeom prst="rect">
            <a:avLst/>
          </a:prstGeom>
        </p:spPr>
      </p:pic>
      <p:sp>
        <p:nvSpPr>
          <p:cNvPr id="10" name="Picture Placeholder 9">
            <a:extLst>
              <a:ext uri="{FF2B5EF4-FFF2-40B4-BE49-F238E27FC236}">
                <a16:creationId xmlns:a16="http://schemas.microsoft.com/office/drawing/2014/main" id="{32CB2033-B980-C582-0EC6-A04DEAD2D560}"/>
              </a:ext>
            </a:extLst>
          </p:cNvPr>
          <p:cNvSpPr>
            <a:spLocks noGrp="1"/>
          </p:cNvSpPr>
          <p:nvPr>
            <p:ph type="pic" idx="17" hasCustomPrompt="1"/>
          </p:nvPr>
        </p:nvSpPr>
        <p:spPr>
          <a:xfrm>
            <a:off x="6541839" y="174885"/>
            <a:ext cx="5650162" cy="3217172"/>
          </a:xfrm>
          <a:custGeom>
            <a:avLst/>
            <a:gdLst>
              <a:gd name="connsiteX0" fmla="*/ 2225780 w 5673287"/>
              <a:gd name="connsiteY0" fmla="*/ 1695536 h 3217172"/>
              <a:gd name="connsiteX1" fmla="*/ 5673287 w 5673287"/>
              <a:gd name="connsiteY1" fmla="*/ 1695536 h 3217172"/>
              <a:gd name="connsiteX2" fmla="*/ 5673287 w 5673287"/>
              <a:gd name="connsiteY2" fmla="*/ 3202668 h 3217172"/>
              <a:gd name="connsiteX3" fmla="*/ 2225783 w 5673287"/>
              <a:gd name="connsiteY3" fmla="*/ 3202668 h 3217172"/>
              <a:gd name="connsiteX4" fmla="*/ 1499120 w 5673287"/>
              <a:gd name="connsiteY4" fmla="*/ 2449105 h 3217172"/>
              <a:gd name="connsiteX5" fmla="*/ 2225780 w 5673287"/>
              <a:gd name="connsiteY5" fmla="*/ 1695536 h 3217172"/>
              <a:gd name="connsiteX6" fmla="*/ 1261394 w 5673287"/>
              <a:gd name="connsiteY6" fmla="*/ 1695536 h 3217172"/>
              <a:gd name="connsiteX7" fmla="*/ 1366202 w 5673287"/>
              <a:gd name="connsiteY7" fmla="*/ 1804225 h 3217172"/>
              <a:gd name="connsiteX8" fmla="*/ 1366202 w 5673287"/>
              <a:gd name="connsiteY8" fmla="*/ 3108480 h 3217172"/>
              <a:gd name="connsiteX9" fmla="*/ 1261394 w 5673287"/>
              <a:gd name="connsiteY9" fmla="*/ 3217172 h 3217172"/>
              <a:gd name="connsiteX10" fmla="*/ 1156586 w 5673287"/>
              <a:gd name="connsiteY10" fmla="*/ 3108480 h 3217172"/>
              <a:gd name="connsiteX11" fmla="*/ 1156586 w 5673287"/>
              <a:gd name="connsiteY11" fmla="*/ 1804225 h 3217172"/>
              <a:gd name="connsiteX12" fmla="*/ 1261394 w 5673287"/>
              <a:gd name="connsiteY12" fmla="*/ 1695536 h 3217172"/>
              <a:gd name="connsiteX13" fmla="*/ 919107 w 5673287"/>
              <a:gd name="connsiteY13" fmla="*/ 1695536 h 3217172"/>
              <a:gd name="connsiteX14" fmla="*/ 1023915 w 5673287"/>
              <a:gd name="connsiteY14" fmla="*/ 1804225 h 3217172"/>
              <a:gd name="connsiteX15" fmla="*/ 1023915 w 5673287"/>
              <a:gd name="connsiteY15" fmla="*/ 3108480 h 3217172"/>
              <a:gd name="connsiteX16" fmla="*/ 919107 w 5673287"/>
              <a:gd name="connsiteY16" fmla="*/ 3217172 h 3217172"/>
              <a:gd name="connsiteX17" fmla="*/ 814299 w 5673287"/>
              <a:gd name="connsiteY17" fmla="*/ 3108480 h 3217172"/>
              <a:gd name="connsiteX18" fmla="*/ 814299 w 5673287"/>
              <a:gd name="connsiteY18" fmla="*/ 1804225 h 3217172"/>
              <a:gd name="connsiteX19" fmla="*/ 919107 w 5673287"/>
              <a:gd name="connsiteY19" fmla="*/ 1695536 h 3217172"/>
              <a:gd name="connsiteX20" fmla="*/ 733648 w 5673287"/>
              <a:gd name="connsiteY20" fmla="*/ 0 h 3217172"/>
              <a:gd name="connsiteX21" fmla="*/ 5673287 w 5673287"/>
              <a:gd name="connsiteY21" fmla="*/ 0 h 3217172"/>
              <a:gd name="connsiteX22" fmla="*/ 5673287 w 5673287"/>
              <a:gd name="connsiteY22" fmla="*/ 1521634 h 3217172"/>
              <a:gd name="connsiteX23" fmla="*/ 733648 w 5673287"/>
              <a:gd name="connsiteY23" fmla="*/ 1521634 h 3217172"/>
              <a:gd name="connsiteX24" fmla="*/ 0 w 5673287"/>
              <a:gd name="connsiteY24" fmla="*/ 760816 h 3217172"/>
              <a:gd name="connsiteX25" fmla="*/ 733648 w 5673287"/>
              <a:gd name="connsiteY25" fmla="*/ 0 h 3217172"/>
            </a:gdLst>
            <a:ahLst/>
            <a:cxnLst/>
            <a:rect l="l" t="t" r="r" b="b"/>
            <a:pathLst>
              <a:path w="5673287" h="3217172">
                <a:moveTo>
                  <a:pt x="2225780" y="1695536"/>
                </a:moveTo>
                <a:lnTo>
                  <a:pt x="5673287" y="1695536"/>
                </a:lnTo>
                <a:lnTo>
                  <a:pt x="5673287" y="3202668"/>
                </a:lnTo>
                <a:lnTo>
                  <a:pt x="2225783" y="3202668"/>
                </a:lnTo>
                <a:cubicBezTo>
                  <a:pt x="1824458" y="3202668"/>
                  <a:pt x="1499120" y="2865293"/>
                  <a:pt x="1499120" y="2449105"/>
                </a:cubicBezTo>
                <a:cubicBezTo>
                  <a:pt x="1499120" y="2032921"/>
                  <a:pt x="1824458" y="1695536"/>
                  <a:pt x="2225780" y="1695536"/>
                </a:cubicBezTo>
                <a:close/>
                <a:moveTo>
                  <a:pt x="1261394" y="1695536"/>
                </a:moveTo>
                <a:cubicBezTo>
                  <a:pt x="1319279" y="1695536"/>
                  <a:pt x="1366202" y="1744197"/>
                  <a:pt x="1366202" y="1804225"/>
                </a:cubicBezTo>
                <a:lnTo>
                  <a:pt x="1366202" y="3108480"/>
                </a:lnTo>
                <a:cubicBezTo>
                  <a:pt x="1366202" y="3168510"/>
                  <a:pt x="1319279" y="3217172"/>
                  <a:pt x="1261394" y="3217172"/>
                </a:cubicBezTo>
                <a:cubicBezTo>
                  <a:pt x="1203513" y="3217172"/>
                  <a:pt x="1156586" y="3168510"/>
                  <a:pt x="1156586" y="3108480"/>
                </a:cubicBezTo>
                <a:lnTo>
                  <a:pt x="1156586" y="1804225"/>
                </a:lnTo>
                <a:cubicBezTo>
                  <a:pt x="1156586" y="1744197"/>
                  <a:pt x="1203513" y="1695536"/>
                  <a:pt x="1261394" y="1695536"/>
                </a:cubicBezTo>
                <a:close/>
                <a:moveTo>
                  <a:pt x="919107" y="1695536"/>
                </a:moveTo>
                <a:cubicBezTo>
                  <a:pt x="976992" y="1695536"/>
                  <a:pt x="1023915" y="1744197"/>
                  <a:pt x="1023915" y="1804225"/>
                </a:cubicBezTo>
                <a:lnTo>
                  <a:pt x="1023915" y="3108480"/>
                </a:lnTo>
                <a:cubicBezTo>
                  <a:pt x="1023915" y="3168510"/>
                  <a:pt x="976992" y="3217172"/>
                  <a:pt x="919107" y="3217172"/>
                </a:cubicBezTo>
                <a:cubicBezTo>
                  <a:pt x="861226" y="3217172"/>
                  <a:pt x="814299" y="3168510"/>
                  <a:pt x="814299" y="3108480"/>
                </a:cubicBezTo>
                <a:lnTo>
                  <a:pt x="814299" y="1804225"/>
                </a:lnTo>
                <a:cubicBezTo>
                  <a:pt x="814299" y="1744197"/>
                  <a:pt x="861226" y="1695536"/>
                  <a:pt x="919107" y="1695536"/>
                </a:cubicBezTo>
                <a:close/>
                <a:moveTo>
                  <a:pt x="733648" y="0"/>
                </a:moveTo>
                <a:lnTo>
                  <a:pt x="5673287" y="0"/>
                </a:lnTo>
                <a:lnTo>
                  <a:pt x="5673287" y="1521634"/>
                </a:lnTo>
                <a:lnTo>
                  <a:pt x="733648" y="1521634"/>
                </a:lnTo>
                <a:cubicBezTo>
                  <a:pt x="328464" y="1521634"/>
                  <a:pt x="0" y="1181004"/>
                  <a:pt x="0" y="760816"/>
                </a:cubicBezTo>
                <a:cubicBezTo>
                  <a:pt x="0" y="340628"/>
                  <a:pt x="328464" y="0"/>
                  <a:pt x="733648" y="0"/>
                </a:cubicBezTo>
                <a:close/>
              </a:path>
            </a:pathLst>
          </a:custGeom>
          <a:solidFill>
            <a:srgbClr val="E6EBE4"/>
          </a:solidFill>
        </p:spPr>
        <p:txBody>
          <a:bodyPr wrap="square">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C7C01609-1D3E-4F2C-B149-3308645E033B}"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6" name="Titel 53">
            <a:extLst>
              <a:ext uri="{FF2B5EF4-FFF2-40B4-BE49-F238E27FC236}">
                <a16:creationId xmlns:a16="http://schemas.microsoft.com/office/drawing/2014/main" id="{B5031615-0865-4C69-95D3-1BECC5BAC189}"/>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lvl1pPr>
          </a:lstStyle>
          <a:p>
            <a:r>
              <a:t>This is a title</a:t>
            </a:r>
          </a:p>
        </p:txBody>
      </p:sp>
      <p:sp>
        <p:nvSpPr>
          <p:cNvPr id="17" name="Tijdelijke aanduiding voor tekst 55">
            <a:extLst>
              <a:ext uri="{FF2B5EF4-FFF2-40B4-BE49-F238E27FC236}">
                <a16:creationId xmlns:a16="http://schemas.microsoft.com/office/drawing/2014/main" id="{24EB782D-2834-4A98-8AE8-44132399FA8F}"/>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18" name="Tijdelijke aanduiding voor tekst 75">
            <a:extLst>
              <a:ext uri="{FF2B5EF4-FFF2-40B4-BE49-F238E27FC236}">
                <a16:creationId xmlns:a16="http://schemas.microsoft.com/office/drawing/2014/main" id="{B65BB2AA-8ADE-4186-89F2-D49B86A103C4}"/>
              </a:ext>
            </a:extLst>
          </p:cNvPr>
          <p:cNvSpPr>
            <a:spLocks noGrp="1"/>
          </p:cNvSpPr>
          <p:nvPr>
            <p:ph type="body" idx="10" hasCustomPrompt="1"/>
          </p:nvPr>
        </p:nvSpPr>
        <p:spPr>
          <a:xfrm>
            <a:off x="839134" y="2286001"/>
            <a:ext cx="52568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kst slide afbeelding 2 placeholder - grijs">
    <p:bg>
      <p:bgPr>
        <a:solidFill>
          <a:srgbClr val="E6EBE4"/>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006794D-8168-4EE1-8E1A-E0BD90C39E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31788" y="3565704"/>
            <a:ext cx="3160212" cy="1509914"/>
          </a:xfrm>
          <a:prstGeom prst="rect">
            <a:avLst/>
          </a:prstGeom>
        </p:spPr>
      </p:pic>
      <p:sp>
        <p:nvSpPr>
          <p:cNvPr id="10" name="Picture Placeholder 9">
            <a:extLst>
              <a:ext uri="{FF2B5EF4-FFF2-40B4-BE49-F238E27FC236}">
                <a16:creationId xmlns:a16="http://schemas.microsoft.com/office/drawing/2014/main" id="{32CB2033-B980-C582-0EC6-A04DEAD2D560}"/>
              </a:ext>
            </a:extLst>
          </p:cNvPr>
          <p:cNvSpPr>
            <a:spLocks noGrp="1"/>
          </p:cNvSpPr>
          <p:nvPr>
            <p:ph type="pic" idx="17" hasCustomPrompt="1"/>
          </p:nvPr>
        </p:nvSpPr>
        <p:spPr>
          <a:xfrm>
            <a:off x="6541839" y="174885"/>
            <a:ext cx="5650162" cy="3217172"/>
          </a:xfrm>
          <a:custGeom>
            <a:avLst/>
            <a:gdLst>
              <a:gd name="connsiteX0" fmla="*/ 2225780 w 5673287"/>
              <a:gd name="connsiteY0" fmla="*/ 1695536 h 3217172"/>
              <a:gd name="connsiteX1" fmla="*/ 5673287 w 5673287"/>
              <a:gd name="connsiteY1" fmla="*/ 1695536 h 3217172"/>
              <a:gd name="connsiteX2" fmla="*/ 5673287 w 5673287"/>
              <a:gd name="connsiteY2" fmla="*/ 3202668 h 3217172"/>
              <a:gd name="connsiteX3" fmla="*/ 2225783 w 5673287"/>
              <a:gd name="connsiteY3" fmla="*/ 3202668 h 3217172"/>
              <a:gd name="connsiteX4" fmla="*/ 1499120 w 5673287"/>
              <a:gd name="connsiteY4" fmla="*/ 2449105 h 3217172"/>
              <a:gd name="connsiteX5" fmla="*/ 2225780 w 5673287"/>
              <a:gd name="connsiteY5" fmla="*/ 1695536 h 3217172"/>
              <a:gd name="connsiteX6" fmla="*/ 1261394 w 5673287"/>
              <a:gd name="connsiteY6" fmla="*/ 1695536 h 3217172"/>
              <a:gd name="connsiteX7" fmla="*/ 1366202 w 5673287"/>
              <a:gd name="connsiteY7" fmla="*/ 1804225 h 3217172"/>
              <a:gd name="connsiteX8" fmla="*/ 1366202 w 5673287"/>
              <a:gd name="connsiteY8" fmla="*/ 3108480 h 3217172"/>
              <a:gd name="connsiteX9" fmla="*/ 1261394 w 5673287"/>
              <a:gd name="connsiteY9" fmla="*/ 3217172 h 3217172"/>
              <a:gd name="connsiteX10" fmla="*/ 1156586 w 5673287"/>
              <a:gd name="connsiteY10" fmla="*/ 3108480 h 3217172"/>
              <a:gd name="connsiteX11" fmla="*/ 1156586 w 5673287"/>
              <a:gd name="connsiteY11" fmla="*/ 1804225 h 3217172"/>
              <a:gd name="connsiteX12" fmla="*/ 1261394 w 5673287"/>
              <a:gd name="connsiteY12" fmla="*/ 1695536 h 3217172"/>
              <a:gd name="connsiteX13" fmla="*/ 919107 w 5673287"/>
              <a:gd name="connsiteY13" fmla="*/ 1695536 h 3217172"/>
              <a:gd name="connsiteX14" fmla="*/ 1023915 w 5673287"/>
              <a:gd name="connsiteY14" fmla="*/ 1804225 h 3217172"/>
              <a:gd name="connsiteX15" fmla="*/ 1023915 w 5673287"/>
              <a:gd name="connsiteY15" fmla="*/ 3108480 h 3217172"/>
              <a:gd name="connsiteX16" fmla="*/ 919107 w 5673287"/>
              <a:gd name="connsiteY16" fmla="*/ 3217172 h 3217172"/>
              <a:gd name="connsiteX17" fmla="*/ 814299 w 5673287"/>
              <a:gd name="connsiteY17" fmla="*/ 3108480 h 3217172"/>
              <a:gd name="connsiteX18" fmla="*/ 814299 w 5673287"/>
              <a:gd name="connsiteY18" fmla="*/ 1804225 h 3217172"/>
              <a:gd name="connsiteX19" fmla="*/ 919107 w 5673287"/>
              <a:gd name="connsiteY19" fmla="*/ 1695536 h 3217172"/>
              <a:gd name="connsiteX20" fmla="*/ 733648 w 5673287"/>
              <a:gd name="connsiteY20" fmla="*/ 0 h 3217172"/>
              <a:gd name="connsiteX21" fmla="*/ 5673287 w 5673287"/>
              <a:gd name="connsiteY21" fmla="*/ 0 h 3217172"/>
              <a:gd name="connsiteX22" fmla="*/ 5673287 w 5673287"/>
              <a:gd name="connsiteY22" fmla="*/ 1521634 h 3217172"/>
              <a:gd name="connsiteX23" fmla="*/ 733648 w 5673287"/>
              <a:gd name="connsiteY23" fmla="*/ 1521634 h 3217172"/>
              <a:gd name="connsiteX24" fmla="*/ 0 w 5673287"/>
              <a:gd name="connsiteY24" fmla="*/ 760816 h 3217172"/>
              <a:gd name="connsiteX25" fmla="*/ 733648 w 5673287"/>
              <a:gd name="connsiteY25" fmla="*/ 0 h 3217172"/>
            </a:gdLst>
            <a:ahLst/>
            <a:cxnLst/>
            <a:rect l="l" t="t" r="r" b="b"/>
            <a:pathLst>
              <a:path w="5673287" h="3217172">
                <a:moveTo>
                  <a:pt x="2225780" y="1695536"/>
                </a:moveTo>
                <a:lnTo>
                  <a:pt x="5673287" y="1695536"/>
                </a:lnTo>
                <a:lnTo>
                  <a:pt x="5673287" y="3202668"/>
                </a:lnTo>
                <a:lnTo>
                  <a:pt x="2225783" y="3202668"/>
                </a:lnTo>
                <a:cubicBezTo>
                  <a:pt x="1824458" y="3202668"/>
                  <a:pt x="1499120" y="2865293"/>
                  <a:pt x="1499120" y="2449105"/>
                </a:cubicBezTo>
                <a:cubicBezTo>
                  <a:pt x="1499120" y="2032921"/>
                  <a:pt x="1824458" y="1695536"/>
                  <a:pt x="2225780" y="1695536"/>
                </a:cubicBezTo>
                <a:close/>
                <a:moveTo>
                  <a:pt x="1261394" y="1695536"/>
                </a:moveTo>
                <a:cubicBezTo>
                  <a:pt x="1319279" y="1695536"/>
                  <a:pt x="1366202" y="1744197"/>
                  <a:pt x="1366202" y="1804225"/>
                </a:cubicBezTo>
                <a:lnTo>
                  <a:pt x="1366202" y="3108480"/>
                </a:lnTo>
                <a:cubicBezTo>
                  <a:pt x="1366202" y="3168510"/>
                  <a:pt x="1319279" y="3217172"/>
                  <a:pt x="1261394" y="3217172"/>
                </a:cubicBezTo>
                <a:cubicBezTo>
                  <a:pt x="1203513" y="3217172"/>
                  <a:pt x="1156586" y="3168510"/>
                  <a:pt x="1156586" y="3108480"/>
                </a:cubicBezTo>
                <a:lnTo>
                  <a:pt x="1156586" y="1804225"/>
                </a:lnTo>
                <a:cubicBezTo>
                  <a:pt x="1156586" y="1744197"/>
                  <a:pt x="1203513" y="1695536"/>
                  <a:pt x="1261394" y="1695536"/>
                </a:cubicBezTo>
                <a:close/>
                <a:moveTo>
                  <a:pt x="919107" y="1695536"/>
                </a:moveTo>
                <a:cubicBezTo>
                  <a:pt x="976992" y="1695536"/>
                  <a:pt x="1023915" y="1744197"/>
                  <a:pt x="1023915" y="1804225"/>
                </a:cubicBezTo>
                <a:lnTo>
                  <a:pt x="1023915" y="3108480"/>
                </a:lnTo>
                <a:cubicBezTo>
                  <a:pt x="1023915" y="3168510"/>
                  <a:pt x="976992" y="3217172"/>
                  <a:pt x="919107" y="3217172"/>
                </a:cubicBezTo>
                <a:cubicBezTo>
                  <a:pt x="861226" y="3217172"/>
                  <a:pt x="814299" y="3168510"/>
                  <a:pt x="814299" y="3108480"/>
                </a:cubicBezTo>
                <a:lnTo>
                  <a:pt x="814299" y="1804225"/>
                </a:lnTo>
                <a:cubicBezTo>
                  <a:pt x="814299" y="1744197"/>
                  <a:pt x="861226" y="1695536"/>
                  <a:pt x="919107" y="1695536"/>
                </a:cubicBezTo>
                <a:close/>
                <a:moveTo>
                  <a:pt x="733648" y="0"/>
                </a:moveTo>
                <a:lnTo>
                  <a:pt x="5673287" y="0"/>
                </a:lnTo>
                <a:lnTo>
                  <a:pt x="5673287" y="1521634"/>
                </a:lnTo>
                <a:lnTo>
                  <a:pt x="733648" y="1521634"/>
                </a:lnTo>
                <a:cubicBezTo>
                  <a:pt x="328464" y="1521634"/>
                  <a:pt x="0" y="1181004"/>
                  <a:pt x="0" y="760816"/>
                </a:cubicBezTo>
                <a:cubicBezTo>
                  <a:pt x="0" y="340628"/>
                  <a:pt x="328464" y="0"/>
                  <a:pt x="733648" y="0"/>
                </a:cubicBezTo>
                <a:close/>
              </a:path>
            </a:pathLst>
          </a:custGeom>
          <a:solidFill>
            <a:schemeClr val="bg1"/>
          </a:solidFill>
        </p:spPr>
        <p:txBody>
          <a:bodyPr wrap="square">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C7C01609-1D3E-4F2C-B149-3308645E033B}"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6" name="Titel 53">
            <a:extLst>
              <a:ext uri="{FF2B5EF4-FFF2-40B4-BE49-F238E27FC236}">
                <a16:creationId xmlns:a16="http://schemas.microsoft.com/office/drawing/2014/main" id="{B5031615-0865-4C69-95D3-1BECC5BAC189}"/>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lvl1pPr>
          </a:lstStyle>
          <a:p>
            <a:r>
              <a:t>This is a title</a:t>
            </a:r>
          </a:p>
        </p:txBody>
      </p:sp>
      <p:sp>
        <p:nvSpPr>
          <p:cNvPr id="17" name="Tijdelijke aanduiding voor tekst 55">
            <a:extLst>
              <a:ext uri="{FF2B5EF4-FFF2-40B4-BE49-F238E27FC236}">
                <a16:creationId xmlns:a16="http://schemas.microsoft.com/office/drawing/2014/main" id="{24EB782D-2834-4A98-8AE8-44132399FA8F}"/>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18" name="Tijdelijke aanduiding voor tekst 75">
            <a:extLst>
              <a:ext uri="{FF2B5EF4-FFF2-40B4-BE49-F238E27FC236}">
                <a16:creationId xmlns:a16="http://schemas.microsoft.com/office/drawing/2014/main" id="{B65BB2AA-8ADE-4186-89F2-D49B86A103C4}"/>
              </a:ext>
            </a:extLst>
          </p:cNvPr>
          <p:cNvSpPr>
            <a:spLocks noGrp="1"/>
          </p:cNvSpPr>
          <p:nvPr>
            <p:ph type="body" idx="10" hasCustomPrompt="1"/>
          </p:nvPr>
        </p:nvSpPr>
        <p:spPr>
          <a:xfrm>
            <a:off x="839134" y="2286001"/>
            <a:ext cx="52568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kst slide afbeelding 2 placeholder - DiP groen">
    <p:bg>
      <p:bgPr>
        <a:solidFill>
          <a:srgbClr val="044318"/>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FD4A7C1-B2CC-4040-927D-1B108F1939FD}"/>
              </a:ext>
            </a:extLst>
          </p:cNvPr>
          <p:cNvPicPr>
            <a:picLocks noChangeAspect="1"/>
          </p:cNvPicPr>
          <p:nvPr/>
        </p:nvPicPr>
        <p:blipFill>
          <a:blip r:embed="rId2"/>
          <a:stretch>
            <a:fillRect/>
          </a:stretch>
        </p:blipFill>
        <p:spPr>
          <a:xfrm>
            <a:off x="2539096" y="0"/>
            <a:ext cx="9652903" cy="4447617"/>
          </a:xfrm>
          <a:prstGeom prst="rect">
            <a:avLst/>
          </a:prstGeom>
        </p:spPr>
      </p:pic>
      <p:sp>
        <p:nvSpPr>
          <p:cNvPr id="9" name="Picture Placeholder 8">
            <a:extLst>
              <a:ext uri="{FF2B5EF4-FFF2-40B4-BE49-F238E27FC236}">
                <a16:creationId xmlns:a16="http://schemas.microsoft.com/office/drawing/2014/main" id="{265498A6-FE92-9D99-1CA1-B9BF942CDCDF}"/>
              </a:ext>
            </a:extLst>
          </p:cNvPr>
          <p:cNvSpPr>
            <a:spLocks noGrp="1"/>
          </p:cNvSpPr>
          <p:nvPr>
            <p:ph type="pic" idx="17" hasCustomPrompt="1"/>
          </p:nvPr>
        </p:nvSpPr>
        <p:spPr>
          <a:xfrm>
            <a:off x="6541839" y="174885"/>
            <a:ext cx="5650162" cy="3217172"/>
          </a:xfrm>
          <a:custGeom>
            <a:avLst/>
            <a:gdLst>
              <a:gd name="connsiteX0" fmla="*/ 2225780 w 5673287"/>
              <a:gd name="connsiteY0" fmla="*/ 1695536 h 3217172"/>
              <a:gd name="connsiteX1" fmla="*/ 5673287 w 5673287"/>
              <a:gd name="connsiteY1" fmla="*/ 1695536 h 3217172"/>
              <a:gd name="connsiteX2" fmla="*/ 5673287 w 5673287"/>
              <a:gd name="connsiteY2" fmla="*/ 3202668 h 3217172"/>
              <a:gd name="connsiteX3" fmla="*/ 2225783 w 5673287"/>
              <a:gd name="connsiteY3" fmla="*/ 3202668 h 3217172"/>
              <a:gd name="connsiteX4" fmla="*/ 1499120 w 5673287"/>
              <a:gd name="connsiteY4" fmla="*/ 2449105 h 3217172"/>
              <a:gd name="connsiteX5" fmla="*/ 2225780 w 5673287"/>
              <a:gd name="connsiteY5" fmla="*/ 1695536 h 3217172"/>
              <a:gd name="connsiteX6" fmla="*/ 1261394 w 5673287"/>
              <a:gd name="connsiteY6" fmla="*/ 1695536 h 3217172"/>
              <a:gd name="connsiteX7" fmla="*/ 1366202 w 5673287"/>
              <a:gd name="connsiteY7" fmla="*/ 1804225 h 3217172"/>
              <a:gd name="connsiteX8" fmla="*/ 1366202 w 5673287"/>
              <a:gd name="connsiteY8" fmla="*/ 3108480 h 3217172"/>
              <a:gd name="connsiteX9" fmla="*/ 1261394 w 5673287"/>
              <a:gd name="connsiteY9" fmla="*/ 3217172 h 3217172"/>
              <a:gd name="connsiteX10" fmla="*/ 1156586 w 5673287"/>
              <a:gd name="connsiteY10" fmla="*/ 3108480 h 3217172"/>
              <a:gd name="connsiteX11" fmla="*/ 1156586 w 5673287"/>
              <a:gd name="connsiteY11" fmla="*/ 1804225 h 3217172"/>
              <a:gd name="connsiteX12" fmla="*/ 1261394 w 5673287"/>
              <a:gd name="connsiteY12" fmla="*/ 1695536 h 3217172"/>
              <a:gd name="connsiteX13" fmla="*/ 919107 w 5673287"/>
              <a:gd name="connsiteY13" fmla="*/ 1695536 h 3217172"/>
              <a:gd name="connsiteX14" fmla="*/ 1023915 w 5673287"/>
              <a:gd name="connsiteY14" fmla="*/ 1804225 h 3217172"/>
              <a:gd name="connsiteX15" fmla="*/ 1023915 w 5673287"/>
              <a:gd name="connsiteY15" fmla="*/ 3108480 h 3217172"/>
              <a:gd name="connsiteX16" fmla="*/ 919107 w 5673287"/>
              <a:gd name="connsiteY16" fmla="*/ 3217172 h 3217172"/>
              <a:gd name="connsiteX17" fmla="*/ 814299 w 5673287"/>
              <a:gd name="connsiteY17" fmla="*/ 3108480 h 3217172"/>
              <a:gd name="connsiteX18" fmla="*/ 814299 w 5673287"/>
              <a:gd name="connsiteY18" fmla="*/ 1804225 h 3217172"/>
              <a:gd name="connsiteX19" fmla="*/ 919107 w 5673287"/>
              <a:gd name="connsiteY19" fmla="*/ 1695536 h 3217172"/>
              <a:gd name="connsiteX20" fmla="*/ 733648 w 5673287"/>
              <a:gd name="connsiteY20" fmla="*/ 0 h 3217172"/>
              <a:gd name="connsiteX21" fmla="*/ 5673287 w 5673287"/>
              <a:gd name="connsiteY21" fmla="*/ 0 h 3217172"/>
              <a:gd name="connsiteX22" fmla="*/ 5673287 w 5673287"/>
              <a:gd name="connsiteY22" fmla="*/ 1521634 h 3217172"/>
              <a:gd name="connsiteX23" fmla="*/ 733648 w 5673287"/>
              <a:gd name="connsiteY23" fmla="*/ 1521634 h 3217172"/>
              <a:gd name="connsiteX24" fmla="*/ 0 w 5673287"/>
              <a:gd name="connsiteY24" fmla="*/ 760816 h 3217172"/>
              <a:gd name="connsiteX25" fmla="*/ 733648 w 5673287"/>
              <a:gd name="connsiteY25" fmla="*/ 0 h 3217172"/>
            </a:gdLst>
            <a:ahLst/>
            <a:cxnLst/>
            <a:rect l="l" t="t" r="r" b="b"/>
            <a:pathLst>
              <a:path w="5673287" h="3217172">
                <a:moveTo>
                  <a:pt x="2225780" y="1695536"/>
                </a:moveTo>
                <a:lnTo>
                  <a:pt x="5673287" y="1695536"/>
                </a:lnTo>
                <a:lnTo>
                  <a:pt x="5673287" y="3202668"/>
                </a:lnTo>
                <a:lnTo>
                  <a:pt x="2225783" y="3202668"/>
                </a:lnTo>
                <a:cubicBezTo>
                  <a:pt x="1824458" y="3202668"/>
                  <a:pt x="1499120" y="2865293"/>
                  <a:pt x="1499120" y="2449105"/>
                </a:cubicBezTo>
                <a:cubicBezTo>
                  <a:pt x="1499120" y="2032921"/>
                  <a:pt x="1824458" y="1695536"/>
                  <a:pt x="2225780" y="1695536"/>
                </a:cubicBezTo>
                <a:close/>
                <a:moveTo>
                  <a:pt x="1261394" y="1695536"/>
                </a:moveTo>
                <a:cubicBezTo>
                  <a:pt x="1319279" y="1695536"/>
                  <a:pt x="1366202" y="1744197"/>
                  <a:pt x="1366202" y="1804225"/>
                </a:cubicBezTo>
                <a:lnTo>
                  <a:pt x="1366202" y="3108480"/>
                </a:lnTo>
                <a:cubicBezTo>
                  <a:pt x="1366202" y="3168510"/>
                  <a:pt x="1319279" y="3217172"/>
                  <a:pt x="1261394" y="3217172"/>
                </a:cubicBezTo>
                <a:cubicBezTo>
                  <a:pt x="1203513" y="3217172"/>
                  <a:pt x="1156586" y="3168510"/>
                  <a:pt x="1156586" y="3108480"/>
                </a:cubicBezTo>
                <a:lnTo>
                  <a:pt x="1156586" y="1804225"/>
                </a:lnTo>
                <a:cubicBezTo>
                  <a:pt x="1156586" y="1744197"/>
                  <a:pt x="1203513" y="1695536"/>
                  <a:pt x="1261394" y="1695536"/>
                </a:cubicBezTo>
                <a:close/>
                <a:moveTo>
                  <a:pt x="919107" y="1695536"/>
                </a:moveTo>
                <a:cubicBezTo>
                  <a:pt x="976992" y="1695536"/>
                  <a:pt x="1023915" y="1744197"/>
                  <a:pt x="1023915" y="1804225"/>
                </a:cubicBezTo>
                <a:lnTo>
                  <a:pt x="1023915" y="3108480"/>
                </a:lnTo>
                <a:cubicBezTo>
                  <a:pt x="1023915" y="3168510"/>
                  <a:pt x="976992" y="3217172"/>
                  <a:pt x="919107" y="3217172"/>
                </a:cubicBezTo>
                <a:cubicBezTo>
                  <a:pt x="861226" y="3217172"/>
                  <a:pt x="814299" y="3168510"/>
                  <a:pt x="814299" y="3108480"/>
                </a:cubicBezTo>
                <a:lnTo>
                  <a:pt x="814299" y="1804225"/>
                </a:lnTo>
                <a:cubicBezTo>
                  <a:pt x="814299" y="1744197"/>
                  <a:pt x="861226" y="1695536"/>
                  <a:pt x="919107" y="1695536"/>
                </a:cubicBezTo>
                <a:close/>
                <a:moveTo>
                  <a:pt x="733648" y="0"/>
                </a:moveTo>
                <a:lnTo>
                  <a:pt x="5673287" y="0"/>
                </a:lnTo>
                <a:lnTo>
                  <a:pt x="5673287" y="1521634"/>
                </a:lnTo>
                <a:lnTo>
                  <a:pt x="733648" y="1521634"/>
                </a:lnTo>
                <a:cubicBezTo>
                  <a:pt x="328464" y="1521634"/>
                  <a:pt x="0" y="1181004"/>
                  <a:pt x="0" y="760816"/>
                </a:cubicBezTo>
                <a:cubicBezTo>
                  <a:pt x="0" y="340628"/>
                  <a:pt x="328464" y="0"/>
                  <a:pt x="733648" y="0"/>
                </a:cubicBezTo>
                <a:close/>
              </a:path>
            </a:pathLst>
          </a:custGeom>
          <a:solidFill>
            <a:srgbClr val="E6EBE4"/>
          </a:solidFill>
        </p:spPr>
        <p:txBody>
          <a:bodyPr wrap="square">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2EE98E93-374E-4D04-98D7-128284F20A36}" type="datetime1">
              <a:t>23-10-2026</a:t>
            </a:fld>
            <a:endParaRPr/>
          </a:p>
        </p:txBody>
      </p:sp>
      <p:sp>
        <p:nvSpPr>
          <p:cNvPr id="20" name="Vrije vorm: vorm 19">
            <a:extLst>
              <a:ext uri="{FF2B5EF4-FFF2-40B4-BE49-F238E27FC236}">
                <a16:creationId xmlns:a16="http://schemas.microsoft.com/office/drawing/2014/main" id="{F3C34520-E095-4E9F-962B-BF7151CCFA85}"/>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1" name="Vrije vorm: vorm 20">
            <a:extLst>
              <a:ext uri="{FF2B5EF4-FFF2-40B4-BE49-F238E27FC236}">
                <a16:creationId xmlns:a16="http://schemas.microsoft.com/office/drawing/2014/main" id="{590847EC-EFEC-45E2-9109-2242FB48D573}"/>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3" name="Vrije vorm: vorm 22">
            <a:extLst>
              <a:ext uri="{FF2B5EF4-FFF2-40B4-BE49-F238E27FC236}">
                <a16:creationId xmlns:a16="http://schemas.microsoft.com/office/drawing/2014/main" id="{2F00EA48-98FD-4AA8-A9F6-5C066B897B8D}"/>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25" name="Titel 53">
            <a:extLst>
              <a:ext uri="{FF2B5EF4-FFF2-40B4-BE49-F238E27FC236}">
                <a16:creationId xmlns:a16="http://schemas.microsoft.com/office/drawing/2014/main" id="{AA56C678-89EB-43D4-8585-0DF49EA9DFF8}"/>
              </a:ext>
            </a:extLst>
          </p:cNvPr>
          <p:cNvSpPr>
            <a:spLocks noGrp="1"/>
          </p:cNvSpPr>
          <p:nvPr>
            <p:ph type="title" hasCustomPrompt="1"/>
          </p:nvPr>
        </p:nvSpPr>
        <p:spPr>
          <a:xfrm>
            <a:off x="839134" y="471932"/>
            <a:ext cx="5256866" cy="945446"/>
          </a:xfrm>
        </p:spPr>
        <p:txBody>
          <a:bodyPr anchor="b">
            <a:normAutofit/>
          </a:bodyPr>
          <a:lstStyle>
            <a:lvl1pPr>
              <a:lnSpc>
                <a:spcPct val="75000"/>
              </a:lnSpc>
              <a:buNone/>
              <a:defRPr sz="4500">
                <a:solidFill>
                  <a:schemeClr val="bg1"/>
                </a:solidFill>
              </a:defRPr>
            </a:lvl1pPr>
          </a:lstStyle>
          <a:p>
            <a:r>
              <a:t>This is a title</a:t>
            </a:r>
          </a:p>
        </p:txBody>
      </p:sp>
      <p:sp>
        <p:nvSpPr>
          <p:cNvPr id="26" name="Tijdelijke aanduiding voor tekst 55">
            <a:extLst>
              <a:ext uri="{FF2B5EF4-FFF2-40B4-BE49-F238E27FC236}">
                <a16:creationId xmlns:a16="http://schemas.microsoft.com/office/drawing/2014/main" id="{793A6707-3168-40E6-ADDF-1D2D19F836D8}"/>
              </a:ext>
            </a:extLst>
          </p:cNvPr>
          <p:cNvSpPr>
            <a:spLocks noGrp="1"/>
          </p:cNvSpPr>
          <p:nvPr>
            <p:ph type="body" idx="11" hasCustomPrompt="1"/>
          </p:nvPr>
        </p:nvSpPr>
        <p:spPr>
          <a:xfrm>
            <a:off x="839134" y="1535975"/>
            <a:ext cx="5256866" cy="484467"/>
          </a:xfrm>
        </p:spPr>
        <p:txBody>
          <a:bodyPr>
            <a:normAutofit/>
          </a:bodyPr>
          <a:lstStyle>
            <a:lvl1pPr marL="0" indent="0">
              <a:buNone/>
              <a:defRPr sz="2200" b="1">
                <a:solidFill>
                  <a:srgbClr val="FF7A00"/>
                </a:solidFill>
              </a:defRPr>
            </a:lvl1pPr>
          </a:lstStyle>
          <a:p>
            <a:pPr lvl="0">
              <a:buNone/>
            </a:pPr>
            <a:r>
              <a:t>This is a subtitle</a:t>
            </a:r>
          </a:p>
        </p:txBody>
      </p:sp>
      <p:sp>
        <p:nvSpPr>
          <p:cNvPr id="27" name="Tijdelijke aanduiding voor tekst 2">
            <a:extLst>
              <a:ext uri="{FF2B5EF4-FFF2-40B4-BE49-F238E27FC236}">
                <a16:creationId xmlns:a16="http://schemas.microsoft.com/office/drawing/2014/main" id="{1DB5DD64-EE42-42C7-8D95-EFC92A11408F}"/>
              </a:ext>
            </a:extLst>
          </p:cNvPr>
          <p:cNvSpPr>
            <a:spLocks noGrp="1"/>
          </p:cNvSpPr>
          <p:nvPr>
            <p:ph type="body" idx="16" hasCustomPrompt="1"/>
          </p:nvPr>
        </p:nvSpPr>
        <p:spPr>
          <a:xfrm>
            <a:off x="835024" y="2278063"/>
            <a:ext cx="5256865" cy="4005262"/>
          </a:xfrm>
        </p:spPr>
        <p:txBody>
          <a:bodyPr>
            <a:normAutofit/>
          </a:bodyPr>
          <a:lstStyle>
            <a:lvl1pPr>
              <a:buNone/>
              <a:defRPr sz="1800">
                <a:solidFill>
                  <a:schemeClr val="bg1"/>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kst slide afbeelding 3">
    <p:bg>
      <p:bgPr>
        <a:solidFill>
          <a:schemeClr val="bg1"/>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B278F5E2-9F61-40EB-9CE2-E6C7FEA05FA4}"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6" name="Titel 53">
            <a:extLst>
              <a:ext uri="{FF2B5EF4-FFF2-40B4-BE49-F238E27FC236}">
                <a16:creationId xmlns:a16="http://schemas.microsoft.com/office/drawing/2014/main" id="{B5031615-0865-4C69-95D3-1BECC5BAC189}"/>
              </a:ext>
            </a:extLst>
          </p:cNvPr>
          <p:cNvSpPr>
            <a:spLocks noGrp="1"/>
          </p:cNvSpPr>
          <p:nvPr>
            <p:ph type="title" hasCustomPrompt="1"/>
          </p:nvPr>
        </p:nvSpPr>
        <p:spPr>
          <a:xfrm>
            <a:off x="839134" y="471932"/>
            <a:ext cx="7072966" cy="945446"/>
          </a:xfrm>
        </p:spPr>
        <p:txBody>
          <a:bodyPr anchor="b">
            <a:normAutofit/>
          </a:bodyPr>
          <a:lstStyle>
            <a:lvl1pPr>
              <a:lnSpc>
                <a:spcPct val="75000"/>
              </a:lnSpc>
              <a:buNone/>
              <a:defRPr sz="4500"/>
            </a:lvl1pPr>
          </a:lstStyle>
          <a:p>
            <a:r>
              <a:t>This is a title</a:t>
            </a:r>
          </a:p>
        </p:txBody>
      </p:sp>
      <p:sp>
        <p:nvSpPr>
          <p:cNvPr id="17" name="Tijdelijke aanduiding voor tekst 55">
            <a:extLst>
              <a:ext uri="{FF2B5EF4-FFF2-40B4-BE49-F238E27FC236}">
                <a16:creationId xmlns:a16="http://schemas.microsoft.com/office/drawing/2014/main" id="{24EB782D-2834-4A98-8AE8-44132399FA8F}"/>
              </a:ext>
            </a:extLst>
          </p:cNvPr>
          <p:cNvSpPr>
            <a:spLocks noGrp="1"/>
          </p:cNvSpPr>
          <p:nvPr>
            <p:ph type="body" idx="11" hasCustomPrompt="1"/>
          </p:nvPr>
        </p:nvSpPr>
        <p:spPr>
          <a:xfrm>
            <a:off x="839134" y="1535975"/>
            <a:ext cx="7072966" cy="484467"/>
          </a:xfrm>
        </p:spPr>
        <p:txBody>
          <a:bodyPr>
            <a:normAutofit/>
          </a:bodyPr>
          <a:lstStyle>
            <a:lvl1pPr marL="0" indent="0">
              <a:buNone/>
              <a:defRPr sz="2200" b="1">
                <a:solidFill>
                  <a:srgbClr val="FF7A00"/>
                </a:solidFill>
              </a:defRPr>
            </a:lvl1pPr>
          </a:lstStyle>
          <a:p>
            <a:pPr lvl="0">
              <a:buNone/>
            </a:pPr>
            <a:r>
              <a:t>This is a subtitle</a:t>
            </a:r>
          </a:p>
        </p:txBody>
      </p:sp>
      <p:sp>
        <p:nvSpPr>
          <p:cNvPr id="18" name="Tijdelijke aanduiding voor tekst 75">
            <a:extLst>
              <a:ext uri="{FF2B5EF4-FFF2-40B4-BE49-F238E27FC236}">
                <a16:creationId xmlns:a16="http://schemas.microsoft.com/office/drawing/2014/main" id="{B65BB2AA-8ADE-4186-89F2-D49B86A103C4}"/>
              </a:ext>
            </a:extLst>
          </p:cNvPr>
          <p:cNvSpPr>
            <a:spLocks noGrp="1"/>
          </p:cNvSpPr>
          <p:nvPr>
            <p:ph type="body" idx="10" hasCustomPrompt="1"/>
          </p:nvPr>
        </p:nvSpPr>
        <p:spPr>
          <a:xfrm>
            <a:off x="839134" y="2286001"/>
            <a:ext cx="70729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pic>
        <p:nvPicPr>
          <p:cNvPr id="3" name="Afbeelding 2">
            <a:extLst>
              <a:ext uri="{FF2B5EF4-FFF2-40B4-BE49-F238E27FC236}">
                <a16:creationId xmlns:a16="http://schemas.microsoft.com/office/drawing/2014/main" id="{3406AF46-A27B-48CE-A298-08EDACBD7134}"/>
              </a:ext>
            </a:extLst>
          </p:cNvPr>
          <p:cNvPicPr>
            <a:picLocks noChangeAspect="1"/>
          </p:cNvPicPr>
          <p:nvPr/>
        </p:nvPicPr>
        <p:blipFill>
          <a:blip r:embed="rId2"/>
          <a:stretch>
            <a:fillRect/>
          </a:stretch>
        </p:blipFill>
        <p:spPr>
          <a:xfrm>
            <a:off x="8174489" y="-8389"/>
            <a:ext cx="4025900" cy="551180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kst slide afbeelding 3 - grijs">
    <p:bg>
      <p:bgPr>
        <a:solidFill>
          <a:srgbClr val="E6EBE4"/>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748193A4-44EA-4870-A3A5-9BFF028D7FFC}"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9" name="Titel 53">
            <a:extLst>
              <a:ext uri="{FF2B5EF4-FFF2-40B4-BE49-F238E27FC236}">
                <a16:creationId xmlns:a16="http://schemas.microsoft.com/office/drawing/2014/main" id="{3956B06C-7A35-4AE7-A957-10ABE6BAD382}"/>
              </a:ext>
            </a:extLst>
          </p:cNvPr>
          <p:cNvSpPr>
            <a:spLocks noGrp="1"/>
          </p:cNvSpPr>
          <p:nvPr>
            <p:ph type="title" hasCustomPrompt="1"/>
          </p:nvPr>
        </p:nvSpPr>
        <p:spPr>
          <a:xfrm>
            <a:off x="839134" y="471932"/>
            <a:ext cx="7072966" cy="945446"/>
          </a:xfrm>
        </p:spPr>
        <p:txBody>
          <a:bodyPr anchor="b">
            <a:normAutofit/>
          </a:bodyPr>
          <a:lstStyle>
            <a:lvl1pPr>
              <a:lnSpc>
                <a:spcPct val="75000"/>
              </a:lnSpc>
              <a:buNone/>
              <a:defRPr sz="4500"/>
            </a:lvl1pPr>
          </a:lstStyle>
          <a:p>
            <a:r>
              <a:t>This is a title</a:t>
            </a:r>
          </a:p>
        </p:txBody>
      </p:sp>
      <p:sp>
        <p:nvSpPr>
          <p:cNvPr id="20" name="Tijdelijke aanduiding voor tekst 55">
            <a:extLst>
              <a:ext uri="{FF2B5EF4-FFF2-40B4-BE49-F238E27FC236}">
                <a16:creationId xmlns:a16="http://schemas.microsoft.com/office/drawing/2014/main" id="{3E5FF5B9-46B4-4787-8D44-5EBC4A2BDAE7}"/>
              </a:ext>
            </a:extLst>
          </p:cNvPr>
          <p:cNvSpPr>
            <a:spLocks noGrp="1"/>
          </p:cNvSpPr>
          <p:nvPr>
            <p:ph type="body" idx="11" hasCustomPrompt="1"/>
          </p:nvPr>
        </p:nvSpPr>
        <p:spPr>
          <a:xfrm>
            <a:off x="839134" y="1535975"/>
            <a:ext cx="7072966" cy="484467"/>
          </a:xfrm>
        </p:spPr>
        <p:txBody>
          <a:bodyPr>
            <a:normAutofit/>
          </a:bodyPr>
          <a:lstStyle>
            <a:lvl1pPr marL="0" indent="0">
              <a:buNone/>
              <a:defRPr sz="2200" b="1">
                <a:solidFill>
                  <a:srgbClr val="FF7A00"/>
                </a:solidFill>
              </a:defRPr>
            </a:lvl1pPr>
          </a:lstStyle>
          <a:p>
            <a:pPr lvl="0">
              <a:buNone/>
            </a:pPr>
            <a:r>
              <a:t>This is a subtitle</a:t>
            </a:r>
          </a:p>
        </p:txBody>
      </p:sp>
      <p:sp>
        <p:nvSpPr>
          <p:cNvPr id="21" name="Tijdelijke aanduiding voor tekst 75">
            <a:extLst>
              <a:ext uri="{FF2B5EF4-FFF2-40B4-BE49-F238E27FC236}">
                <a16:creationId xmlns:a16="http://schemas.microsoft.com/office/drawing/2014/main" id="{AAEFDFC2-ACA9-4A65-B9FC-13F238F72E99}"/>
              </a:ext>
            </a:extLst>
          </p:cNvPr>
          <p:cNvSpPr>
            <a:spLocks noGrp="1"/>
          </p:cNvSpPr>
          <p:nvPr>
            <p:ph type="body" idx="10" hasCustomPrompt="1"/>
          </p:nvPr>
        </p:nvSpPr>
        <p:spPr>
          <a:xfrm>
            <a:off x="839134" y="2286001"/>
            <a:ext cx="70729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pic>
        <p:nvPicPr>
          <p:cNvPr id="3" name="Afbeelding 2">
            <a:extLst>
              <a:ext uri="{FF2B5EF4-FFF2-40B4-BE49-F238E27FC236}">
                <a16:creationId xmlns:a16="http://schemas.microsoft.com/office/drawing/2014/main" id="{84FB6AAA-0EE2-4471-AEE5-03A8F730A708}"/>
              </a:ext>
            </a:extLst>
          </p:cNvPr>
          <p:cNvPicPr>
            <a:picLocks noChangeAspect="1"/>
          </p:cNvPicPr>
          <p:nvPr/>
        </p:nvPicPr>
        <p:blipFill>
          <a:blip r:embed="rId2"/>
          <a:stretch>
            <a:fillRect/>
          </a:stretch>
        </p:blipFill>
        <p:spPr>
          <a:xfrm>
            <a:off x="8166100" y="-8389"/>
            <a:ext cx="4025900" cy="551180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kst slide afbeelding 3 - DiP groen">
    <p:bg>
      <p:bgPr>
        <a:solidFill>
          <a:srgbClr val="044318"/>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E7C131-7A14-4C99-A755-C6E32BEC02A7}"/>
              </a:ext>
            </a:extLst>
          </p:cNvPr>
          <p:cNvPicPr>
            <a:picLocks noChangeAspect="1"/>
          </p:cNvPicPr>
          <p:nvPr/>
        </p:nvPicPr>
        <p:blipFill>
          <a:blip r:embed="rId2"/>
          <a:stretch>
            <a:fillRect/>
          </a:stretch>
        </p:blipFill>
        <p:spPr>
          <a:xfrm>
            <a:off x="4663440" y="0"/>
            <a:ext cx="7528560" cy="3468817"/>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EB59FC16-E276-4192-8352-3F177CFCCCD5}" type="datetime1">
              <a:t>23-10-2026</a:t>
            </a:fld>
            <a:endParaRPr/>
          </a:p>
        </p:txBody>
      </p:sp>
      <p:sp>
        <p:nvSpPr>
          <p:cNvPr id="20" name="Vrije vorm: vorm 19">
            <a:extLst>
              <a:ext uri="{FF2B5EF4-FFF2-40B4-BE49-F238E27FC236}">
                <a16:creationId xmlns:a16="http://schemas.microsoft.com/office/drawing/2014/main" id="{F3C34520-E095-4E9F-962B-BF7151CCFA85}"/>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1" name="Vrije vorm: vorm 20">
            <a:extLst>
              <a:ext uri="{FF2B5EF4-FFF2-40B4-BE49-F238E27FC236}">
                <a16:creationId xmlns:a16="http://schemas.microsoft.com/office/drawing/2014/main" id="{590847EC-EFEC-45E2-9109-2242FB48D573}"/>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3" name="Vrije vorm: vorm 22">
            <a:extLst>
              <a:ext uri="{FF2B5EF4-FFF2-40B4-BE49-F238E27FC236}">
                <a16:creationId xmlns:a16="http://schemas.microsoft.com/office/drawing/2014/main" id="{2F00EA48-98FD-4AA8-A9F6-5C066B897B8D}"/>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 name="Titel 53">
            <a:extLst>
              <a:ext uri="{FF2B5EF4-FFF2-40B4-BE49-F238E27FC236}">
                <a16:creationId xmlns:a16="http://schemas.microsoft.com/office/drawing/2014/main" id="{6A28A420-CE1A-4D14-BBBD-F083DF21E683}"/>
              </a:ext>
            </a:extLst>
          </p:cNvPr>
          <p:cNvSpPr>
            <a:spLocks noGrp="1"/>
          </p:cNvSpPr>
          <p:nvPr>
            <p:ph type="title" hasCustomPrompt="1"/>
          </p:nvPr>
        </p:nvSpPr>
        <p:spPr>
          <a:xfrm>
            <a:off x="839134" y="471932"/>
            <a:ext cx="7075506" cy="945446"/>
          </a:xfrm>
        </p:spPr>
        <p:txBody>
          <a:bodyPr anchor="b">
            <a:normAutofit/>
          </a:bodyPr>
          <a:lstStyle>
            <a:lvl1pPr>
              <a:lnSpc>
                <a:spcPct val="75000"/>
              </a:lnSpc>
              <a:buNone/>
              <a:defRPr sz="4500">
                <a:solidFill>
                  <a:schemeClr val="bg1"/>
                </a:solidFill>
              </a:defRPr>
            </a:lvl1pPr>
          </a:lstStyle>
          <a:p>
            <a:r>
              <a:t>This is a title</a:t>
            </a:r>
          </a:p>
        </p:txBody>
      </p:sp>
      <p:sp>
        <p:nvSpPr>
          <p:cNvPr id="4" name="Tijdelijke aanduiding voor tekst 55">
            <a:extLst>
              <a:ext uri="{FF2B5EF4-FFF2-40B4-BE49-F238E27FC236}">
                <a16:creationId xmlns:a16="http://schemas.microsoft.com/office/drawing/2014/main" id="{BA168FBB-2FAC-DE3E-7979-B3BA5A79CE0F}"/>
              </a:ext>
            </a:extLst>
          </p:cNvPr>
          <p:cNvSpPr>
            <a:spLocks noGrp="1"/>
          </p:cNvSpPr>
          <p:nvPr>
            <p:ph type="body" idx="11" hasCustomPrompt="1"/>
          </p:nvPr>
        </p:nvSpPr>
        <p:spPr>
          <a:xfrm>
            <a:off x="839134" y="1535975"/>
            <a:ext cx="7075506" cy="484467"/>
          </a:xfrm>
        </p:spPr>
        <p:txBody>
          <a:bodyPr>
            <a:normAutofit/>
          </a:bodyPr>
          <a:lstStyle>
            <a:lvl1pPr marL="0" indent="0">
              <a:buNone/>
              <a:defRPr sz="2200" b="1">
                <a:solidFill>
                  <a:srgbClr val="FF7A00"/>
                </a:solidFill>
              </a:defRPr>
            </a:lvl1pPr>
          </a:lstStyle>
          <a:p>
            <a:pPr lvl="0">
              <a:buNone/>
            </a:pPr>
            <a:r>
              <a:t>Dit is een subtitel</a:t>
            </a:r>
          </a:p>
        </p:txBody>
      </p:sp>
      <p:sp>
        <p:nvSpPr>
          <p:cNvPr id="5" name="Tijdelijke aanduiding voor tekst 2">
            <a:extLst>
              <a:ext uri="{FF2B5EF4-FFF2-40B4-BE49-F238E27FC236}">
                <a16:creationId xmlns:a16="http://schemas.microsoft.com/office/drawing/2014/main" id="{8DC02941-E3C2-5D75-59ED-A330193D1C3D}"/>
              </a:ext>
            </a:extLst>
          </p:cNvPr>
          <p:cNvSpPr>
            <a:spLocks noGrp="1"/>
          </p:cNvSpPr>
          <p:nvPr>
            <p:ph type="body" idx="16" hasCustomPrompt="1"/>
          </p:nvPr>
        </p:nvSpPr>
        <p:spPr>
          <a:xfrm>
            <a:off x="835024" y="2278063"/>
            <a:ext cx="7075505" cy="4005262"/>
          </a:xfrm>
        </p:spPr>
        <p:txBody>
          <a:bodyPr>
            <a:normAutofit/>
          </a:bodyPr>
          <a:lstStyle>
            <a:lvl1pPr>
              <a:buNone/>
              <a:defRPr sz="1800">
                <a:solidFill>
                  <a:schemeClr val="bg1"/>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buNone/>
            </a:pPr>
            <a:r>
              <a:t>Click to edit the text style of the document</a:t>
            </a:r>
          </a:p>
          <a:p>
            <a:pPr lvl="1">
              <a:buNone/>
            </a:pPr>
            <a:r>
              <a:t>Text level</a:t>
            </a:r>
          </a:p>
          <a:p>
            <a:pPr lvl="2">
              <a:buNone/>
            </a:pPr>
            <a:r>
              <a:t>Text level</a:t>
            </a:r>
          </a:p>
          <a:p>
            <a:pPr lvl="3">
              <a:buNone/>
            </a:pPr>
            <a:r>
              <a:t>Text level</a:t>
            </a:r>
          </a:p>
          <a:p>
            <a:pPr lvl="4">
              <a:buNone/>
            </a:pPr>
            <a:r>
              <a:t>Text level</a:t>
            </a:r>
          </a:p>
        </p:txBody>
      </p:sp>
      <p:pic>
        <p:nvPicPr>
          <p:cNvPr id="9" name="Afbeelding 8">
            <a:extLst>
              <a:ext uri="{FF2B5EF4-FFF2-40B4-BE49-F238E27FC236}">
                <a16:creationId xmlns:a16="http://schemas.microsoft.com/office/drawing/2014/main" id="{A6E90AF2-AA02-4F2B-BB2A-AB9310EBABC8}"/>
              </a:ext>
            </a:extLst>
          </p:cNvPr>
          <p:cNvPicPr>
            <a:picLocks noChangeAspect="1"/>
          </p:cNvPicPr>
          <p:nvPr/>
        </p:nvPicPr>
        <p:blipFill>
          <a:blip r:embed="rId3"/>
          <a:stretch>
            <a:fillRect/>
          </a:stretch>
        </p:blipFill>
        <p:spPr>
          <a:xfrm>
            <a:off x="8166100" y="-8389"/>
            <a:ext cx="4025900" cy="551180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kst slide afbeelding 3 placeholder">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DEEF5C1-5004-2F3E-A400-C2E50FA9E6B1}"/>
              </a:ext>
            </a:extLst>
          </p:cNvPr>
          <p:cNvSpPr>
            <a:spLocks noGrp="1"/>
          </p:cNvSpPr>
          <p:nvPr>
            <p:ph type="pic" idx="14" hasCustomPrompt="1"/>
          </p:nvPr>
        </p:nvSpPr>
        <p:spPr>
          <a:xfrm>
            <a:off x="8179091" y="3543"/>
            <a:ext cx="4003700" cy="5499978"/>
          </a:xfrm>
          <a:custGeom>
            <a:avLst/>
            <a:gdLst>
              <a:gd name="connsiteX0" fmla="*/ 2112187 w 4003700"/>
              <a:gd name="connsiteY0" fmla="*/ 2876184 h 5499978"/>
              <a:gd name="connsiteX1" fmla="*/ 3999210 w 4003700"/>
              <a:gd name="connsiteY1" fmla="*/ 2876184 h 5499978"/>
              <a:gd name="connsiteX2" fmla="*/ 4003700 w 4003700"/>
              <a:gd name="connsiteY2" fmla="*/ 2876192 h 5499978"/>
              <a:gd name="connsiteX3" fmla="*/ 4003700 w 4003700"/>
              <a:gd name="connsiteY3" fmla="*/ 5499937 h 5499978"/>
              <a:gd name="connsiteX4" fmla="*/ 3999210 w 4003700"/>
              <a:gd name="connsiteY4" fmla="*/ 5499978 h 5499978"/>
              <a:gd name="connsiteX5" fmla="*/ 2112187 w 4003700"/>
              <a:gd name="connsiteY5" fmla="*/ 5499978 h 5499978"/>
              <a:gd name="connsiteX6" fmla="*/ 800300 w 4003700"/>
              <a:gd name="connsiteY6" fmla="*/ 4188083 h 5499978"/>
              <a:gd name="connsiteX7" fmla="*/ 2112187 w 4003700"/>
              <a:gd name="connsiteY7" fmla="*/ 2876184 h 5499978"/>
              <a:gd name="connsiteX8" fmla="*/ 1311890 w 4003700"/>
              <a:gd name="connsiteY8" fmla="*/ 0 h 5499978"/>
              <a:gd name="connsiteX9" fmla="*/ 3999211 w 4003700"/>
              <a:gd name="connsiteY9" fmla="*/ 0 h 5499978"/>
              <a:gd name="connsiteX10" fmla="*/ 4003700 w 4003700"/>
              <a:gd name="connsiteY10" fmla="*/ 8 h 5499978"/>
              <a:gd name="connsiteX11" fmla="*/ 4003700 w 4003700"/>
              <a:gd name="connsiteY11" fmla="*/ 2623767 h 5499978"/>
              <a:gd name="connsiteX12" fmla="*/ 3999211 w 4003700"/>
              <a:gd name="connsiteY12" fmla="*/ 2623776 h 5499978"/>
              <a:gd name="connsiteX13" fmla="*/ 1311890 w 4003700"/>
              <a:gd name="connsiteY13" fmla="*/ 2623776 h 5499978"/>
              <a:gd name="connsiteX14" fmla="*/ 0 w 4003700"/>
              <a:gd name="connsiteY14" fmla="*/ 1311889 h 5499978"/>
              <a:gd name="connsiteX15" fmla="*/ 1311890 w 4003700"/>
              <a:gd name="connsiteY15" fmla="*/ 0 h 5499978"/>
            </a:gdLst>
            <a:ahLst/>
            <a:cxnLst/>
            <a:rect l="l" t="t" r="r" b="b"/>
            <a:pathLst>
              <a:path w="4003700" h="5499978">
                <a:moveTo>
                  <a:pt x="2112187" y="2876184"/>
                </a:moveTo>
                <a:lnTo>
                  <a:pt x="3999210" y="2876184"/>
                </a:lnTo>
                <a:cubicBezTo>
                  <a:pt x="4000705" y="2876184"/>
                  <a:pt x="4002200" y="2876188"/>
                  <a:pt x="4003700" y="2876192"/>
                </a:cubicBezTo>
                <a:lnTo>
                  <a:pt x="4003700" y="5499937"/>
                </a:lnTo>
                <a:lnTo>
                  <a:pt x="3999210" y="5499978"/>
                </a:lnTo>
                <a:lnTo>
                  <a:pt x="2112187" y="5499978"/>
                </a:lnTo>
                <a:cubicBezTo>
                  <a:pt x="1387650" y="5499978"/>
                  <a:pt x="800300" y="4912595"/>
                  <a:pt x="800300" y="4188083"/>
                </a:cubicBezTo>
                <a:cubicBezTo>
                  <a:pt x="800300" y="3463534"/>
                  <a:pt x="1387650" y="2876184"/>
                  <a:pt x="2112187" y="2876184"/>
                </a:cubicBezTo>
                <a:close/>
                <a:moveTo>
                  <a:pt x="1311890" y="0"/>
                </a:moveTo>
                <a:lnTo>
                  <a:pt x="3999211" y="0"/>
                </a:lnTo>
                <a:cubicBezTo>
                  <a:pt x="4000706" y="0"/>
                  <a:pt x="4002201" y="3"/>
                  <a:pt x="4003700" y="8"/>
                </a:cubicBezTo>
                <a:lnTo>
                  <a:pt x="4003700" y="2623767"/>
                </a:lnTo>
                <a:lnTo>
                  <a:pt x="3999211" y="2623776"/>
                </a:lnTo>
                <a:lnTo>
                  <a:pt x="1311890" y="2623776"/>
                </a:lnTo>
                <a:cubicBezTo>
                  <a:pt x="587353" y="2623776"/>
                  <a:pt x="0" y="2036425"/>
                  <a:pt x="0" y="1311889"/>
                </a:cubicBezTo>
                <a:cubicBezTo>
                  <a:pt x="0" y="587352"/>
                  <a:pt x="587353" y="0"/>
                  <a:pt x="1311890" y="0"/>
                </a:cubicBezTo>
                <a:close/>
              </a:path>
            </a:pathLst>
          </a:custGeom>
          <a:solidFill>
            <a:srgbClr val="E6EBE4"/>
          </a:solidFill>
        </p:spPr>
        <p:txBody>
          <a:bodyPr wrap="square">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748193A4-44EA-4870-A3A5-9BFF028D7FFC}"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9" name="Titel 53">
            <a:extLst>
              <a:ext uri="{FF2B5EF4-FFF2-40B4-BE49-F238E27FC236}">
                <a16:creationId xmlns:a16="http://schemas.microsoft.com/office/drawing/2014/main" id="{3956B06C-7A35-4AE7-A957-10ABE6BAD382}"/>
              </a:ext>
            </a:extLst>
          </p:cNvPr>
          <p:cNvSpPr>
            <a:spLocks noGrp="1"/>
          </p:cNvSpPr>
          <p:nvPr>
            <p:ph type="title" hasCustomPrompt="1"/>
          </p:nvPr>
        </p:nvSpPr>
        <p:spPr>
          <a:xfrm>
            <a:off x="839134" y="471932"/>
            <a:ext cx="7072966" cy="945446"/>
          </a:xfrm>
        </p:spPr>
        <p:txBody>
          <a:bodyPr anchor="b">
            <a:normAutofit/>
          </a:bodyPr>
          <a:lstStyle>
            <a:lvl1pPr>
              <a:lnSpc>
                <a:spcPct val="75000"/>
              </a:lnSpc>
              <a:buNone/>
              <a:defRPr sz="4500"/>
            </a:lvl1pPr>
          </a:lstStyle>
          <a:p>
            <a:r>
              <a:t>This is a title</a:t>
            </a:r>
          </a:p>
        </p:txBody>
      </p:sp>
      <p:sp>
        <p:nvSpPr>
          <p:cNvPr id="20" name="Tijdelijke aanduiding voor tekst 55">
            <a:extLst>
              <a:ext uri="{FF2B5EF4-FFF2-40B4-BE49-F238E27FC236}">
                <a16:creationId xmlns:a16="http://schemas.microsoft.com/office/drawing/2014/main" id="{3E5FF5B9-46B4-4787-8D44-5EBC4A2BDAE7}"/>
              </a:ext>
            </a:extLst>
          </p:cNvPr>
          <p:cNvSpPr>
            <a:spLocks noGrp="1"/>
          </p:cNvSpPr>
          <p:nvPr>
            <p:ph type="body" idx="11" hasCustomPrompt="1"/>
          </p:nvPr>
        </p:nvSpPr>
        <p:spPr>
          <a:xfrm>
            <a:off x="839134" y="1535975"/>
            <a:ext cx="7072966" cy="484467"/>
          </a:xfrm>
        </p:spPr>
        <p:txBody>
          <a:bodyPr>
            <a:normAutofit/>
          </a:bodyPr>
          <a:lstStyle>
            <a:lvl1pPr marL="0" indent="0">
              <a:buNone/>
              <a:defRPr sz="2200" b="1">
                <a:solidFill>
                  <a:srgbClr val="FF7A00"/>
                </a:solidFill>
              </a:defRPr>
            </a:lvl1pPr>
          </a:lstStyle>
          <a:p>
            <a:pPr lvl="0">
              <a:buNone/>
            </a:pPr>
            <a:r>
              <a:t>This is a subtitle</a:t>
            </a:r>
          </a:p>
        </p:txBody>
      </p:sp>
      <p:sp>
        <p:nvSpPr>
          <p:cNvPr id="21" name="Tijdelijke aanduiding voor tekst 75">
            <a:extLst>
              <a:ext uri="{FF2B5EF4-FFF2-40B4-BE49-F238E27FC236}">
                <a16:creationId xmlns:a16="http://schemas.microsoft.com/office/drawing/2014/main" id="{AAEFDFC2-ACA9-4A65-B9FC-13F238F72E99}"/>
              </a:ext>
            </a:extLst>
          </p:cNvPr>
          <p:cNvSpPr>
            <a:spLocks noGrp="1"/>
          </p:cNvSpPr>
          <p:nvPr>
            <p:ph type="body" idx="10" hasCustomPrompt="1"/>
          </p:nvPr>
        </p:nvSpPr>
        <p:spPr>
          <a:xfrm>
            <a:off x="839134" y="2286001"/>
            <a:ext cx="70729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kst slide afbeelding 3 placeholder - grijs">
    <p:bg>
      <p:bgPr>
        <a:solidFill>
          <a:srgbClr val="E6EBE4"/>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DEEF5C1-5004-2F3E-A400-C2E50FA9E6B1}"/>
              </a:ext>
            </a:extLst>
          </p:cNvPr>
          <p:cNvSpPr>
            <a:spLocks noGrp="1"/>
          </p:cNvSpPr>
          <p:nvPr>
            <p:ph type="pic" idx="14" hasCustomPrompt="1"/>
          </p:nvPr>
        </p:nvSpPr>
        <p:spPr>
          <a:xfrm>
            <a:off x="8179091" y="3543"/>
            <a:ext cx="4003700" cy="5499978"/>
          </a:xfrm>
          <a:custGeom>
            <a:avLst/>
            <a:gdLst>
              <a:gd name="connsiteX0" fmla="*/ 2112187 w 4003700"/>
              <a:gd name="connsiteY0" fmla="*/ 2876184 h 5499978"/>
              <a:gd name="connsiteX1" fmla="*/ 3999210 w 4003700"/>
              <a:gd name="connsiteY1" fmla="*/ 2876184 h 5499978"/>
              <a:gd name="connsiteX2" fmla="*/ 4003700 w 4003700"/>
              <a:gd name="connsiteY2" fmla="*/ 2876192 h 5499978"/>
              <a:gd name="connsiteX3" fmla="*/ 4003700 w 4003700"/>
              <a:gd name="connsiteY3" fmla="*/ 5499937 h 5499978"/>
              <a:gd name="connsiteX4" fmla="*/ 3999210 w 4003700"/>
              <a:gd name="connsiteY4" fmla="*/ 5499978 h 5499978"/>
              <a:gd name="connsiteX5" fmla="*/ 2112187 w 4003700"/>
              <a:gd name="connsiteY5" fmla="*/ 5499978 h 5499978"/>
              <a:gd name="connsiteX6" fmla="*/ 800300 w 4003700"/>
              <a:gd name="connsiteY6" fmla="*/ 4188083 h 5499978"/>
              <a:gd name="connsiteX7" fmla="*/ 2112187 w 4003700"/>
              <a:gd name="connsiteY7" fmla="*/ 2876184 h 5499978"/>
              <a:gd name="connsiteX8" fmla="*/ 1311890 w 4003700"/>
              <a:gd name="connsiteY8" fmla="*/ 0 h 5499978"/>
              <a:gd name="connsiteX9" fmla="*/ 3999211 w 4003700"/>
              <a:gd name="connsiteY9" fmla="*/ 0 h 5499978"/>
              <a:gd name="connsiteX10" fmla="*/ 4003700 w 4003700"/>
              <a:gd name="connsiteY10" fmla="*/ 8 h 5499978"/>
              <a:gd name="connsiteX11" fmla="*/ 4003700 w 4003700"/>
              <a:gd name="connsiteY11" fmla="*/ 2623767 h 5499978"/>
              <a:gd name="connsiteX12" fmla="*/ 3999211 w 4003700"/>
              <a:gd name="connsiteY12" fmla="*/ 2623776 h 5499978"/>
              <a:gd name="connsiteX13" fmla="*/ 1311890 w 4003700"/>
              <a:gd name="connsiteY13" fmla="*/ 2623776 h 5499978"/>
              <a:gd name="connsiteX14" fmla="*/ 0 w 4003700"/>
              <a:gd name="connsiteY14" fmla="*/ 1311889 h 5499978"/>
              <a:gd name="connsiteX15" fmla="*/ 1311890 w 4003700"/>
              <a:gd name="connsiteY15" fmla="*/ 0 h 5499978"/>
            </a:gdLst>
            <a:ahLst/>
            <a:cxnLst/>
            <a:rect l="l" t="t" r="r" b="b"/>
            <a:pathLst>
              <a:path w="4003700" h="5499978">
                <a:moveTo>
                  <a:pt x="2112187" y="2876184"/>
                </a:moveTo>
                <a:lnTo>
                  <a:pt x="3999210" y="2876184"/>
                </a:lnTo>
                <a:cubicBezTo>
                  <a:pt x="4000705" y="2876184"/>
                  <a:pt x="4002200" y="2876188"/>
                  <a:pt x="4003700" y="2876192"/>
                </a:cubicBezTo>
                <a:lnTo>
                  <a:pt x="4003700" y="5499937"/>
                </a:lnTo>
                <a:lnTo>
                  <a:pt x="3999210" y="5499978"/>
                </a:lnTo>
                <a:lnTo>
                  <a:pt x="2112187" y="5499978"/>
                </a:lnTo>
                <a:cubicBezTo>
                  <a:pt x="1387650" y="5499978"/>
                  <a:pt x="800300" y="4912595"/>
                  <a:pt x="800300" y="4188083"/>
                </a:cubicBezTo>
                <a:cubicBezTo>
                  <a:pt x="800300" y="3463534"/>
                  <a:pt x="1387650" y="2876184"/>
                  <a:pt x="2112187" y="2876184"/>
                </a:cubicBezTo>
                <a:close/>
                <a:moveTo>
                  <a:pt x="1311890" y="0"/>
                </a:moveTo>
                <a:lnTo>
                  <a:pt x="3999211" y="0"/>
                </a:lnTo>
                <a:cubicBezTo>
                  <a:pt x="4000706" y="0"/>
                  <a:pt x="4002201" y="3"/>
                  <a:pt x="4003700" y="8"/>
                </a:cubicBezTo>
                <a:lnTo>
                  <a:pt x="4003700" y="2623767"/>
                </a:lnTo>
                <a:lnTo>
                  <a:pt x="3999211" y="2623776"/>
                </a:lnTo>
                <a:lnTo>
                  <a:pt x="1311890" y="2623776"/>
                </a:lnTo>
                <a:cubicBezTo>
                  <a:pt x="587353" y="2623776"/>
                  <a:pt x="0" y="2036425"/>
                  <a:pt x="0" y="1311889"/>
                </a:cubicBezTo>
                <a:cubicBezTo>
                  <a:pt x="0" y="587352"/>
                  <a:pt x="587353" y="0"/>
                  <a:pt x="1311890" y="0"/>
                </a:cubicBezTo>
                <a:close/>
              </a:path>
            </a:pathLst>
          </a:custGeom>
          <a:solidFill>
            <a:schemeClr val="bg1"/>
          </a:solidFill>
        </p:spPr>
        <p:txBody>
          <a:bodyPr wrap="square">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748193A4-44EA-4870-A3A5-9BFF028D7FFC}"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9" name="Titel 53">
            <a:extLst>
              <a:ext uri="{FF2B5EF4-FFF2-40B4-BE49-F238E27FC236}">
                <a16:creationId xmlns:a16="http://schemas.microsoft.com/office/drawing/2014/main" id="{3956B06C-7A35-4AE7-A957-10ABE6BAD382}"/>
              </a:ext>
            </a:extLst>
          </p:cNvPr>
          <p:cNvSpPr>
            <a:spLocks noGrp="1"/>
          </p:cNvSpPr>
          <p:nvPr>
            <p:ph type="title" hasCustomPrompt="1"/>
          </p:nvPr>
        </p:nvSpPr>
        <p:spPr>
          <a:xfrm>
            <a:off x="839134" y="471932"/>
            <a:ext cx="7072966" cy="945446"/>
          </a:xfrm>
        </p:spPr>
        <p:txBody>
          <a:bodyPr anchor="b">
            <a:normAutofit/>
          </a:bodyPr>
          <a:lstStyle>
            <a:lvl1pPr>
              <a:lnSpc>
                <a:spcPct val="75000"/>
              </a:lnSpc>
              <a:buNone/>
              <a:defRPr sz="4500"/>
            </a:lvl1pPr>
          </a:lstStyle>
          <a:p>
            <a:r>
              <a:t>This is a title</a:t>
            </a:r>
          </a:p>
        </p:txBody>
      </p:sp>
      <p:sp>
        <p:nvSpPr>
          <p:cNvPr id="20" name="Tijdelijke aanduiding voor tekst 55">
            <a:extLst>
              <a:ext uri="{FF2B5EF4-FFF2-40B4-BE49-F238E27FC236}">
                <a16:creationId xmlns:a16="http://schemas.microsoft.com/office/drawing/2014/main" id="{3E5FF5B9-46B4-4787-8D44-5EBC4A2BDAE7}"/>
              </a:ext>
            </a:extLst>
          </p:cNvPr>
          <p:cNvSpPr>
            <a:spLocks noGrp="1"/>
          </p:cNvSpPr>
          <p:nvPr>
            <p:ph type="body" idx="11" hasCustomPrompt="1"/>
          </p:nvPr>
        </p:nvSpPr>
        <p:spPr>
          <a:xfrm>
            <a:off x="839134" y="1535975"/>
            <a:ext cx="7072966" cy="484467"/>
          </a:xfrm>
        </p:spPr>
        <p:txBody>
          <a:bodyPr>
            <a:normAutofit/>
          </a:bodyPr>
          <a:lstStyle>
            <a:lvl1pPr marL="0" indent="0">
              <a:buNone/>
              <a:defRPr sz="2200" b="1">
                <a:solidFill>
                  <a:srgbClr val="FF7A00"/>
                </a:solidFill>
              </a:defRPr>
            </a:lvl1pPr>
          </a:lstStyle>
          <a:p>
            <a:pPr lvl="0">
              <a:buNone/>
            </a:pPr>
            <a:r>
              <a:t>This is a subtitle</a:t>
            </a:r>
          </a:p>
        </p:txBody>
      </p:sp>
      <p:sp>
        <p:nvSpPr>
          <p:cNvPr id="21" name="Tijdelijke aanduiding voor tekst 75">
            <a:extLst>
              <a:ext uri="{FF2B5EF4-FFF2-40B4-BE49-F238E27FC236}">
                <a16:creationId xmlns:a16="http://schemas.microsoft.com/office/drawing/2014/main" id="{AAEFDFC2-ACA9-4A65-B9FC-13F238F72E99}"/>
              </a:ext>
            </a:extLst>
          </p:cNvPr>
          <p:cNvSpPr>
            <a:spLocks noGrp="1"/>
          </p:cNvSpPr>
          <p:nvPr>
            <p:ph type="body" idx="10" hasCustomPrompt="1"/>
          </p:nvPr>
        </p:nvSpPr>
        <p:spPr>
          <a:xfrm>
            <a:off x="839134" y="2286001"/>
            <a:ext cx="707296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kst slide afbeelding 3 placeholder - DiP groen">
    <p:bg>
      <p:bgPr>
        <a:solidFill>
          <a:srgbClr val="044318"/>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A098CE-2D56-4F98-A447-143957CFE983}"/>
              </a:ext>
            </a:extLst>
          </p:cNvPr>
          <p:cNvPicPr>
            <a:picLocks noChangeAspect="1"/>
          </p:cNvPicPr>
          <p:nvPr/>
        </p:nvPicPr>
        <p:blipFill>
          <a:blip r:embed="rId2"/>
          <a:stretch>
            <a:fillRect/>
          </a:stretch>
        </p:blipFill>
        <p:spPr>
          <a:xfrm>
            <a:off x="4663440" y="0"/>
            <a:ext cx="7528560" cy="3468817"/>
          </a:xfrm>
          <a:prstGeom prst="rect">
            <a:avLst/>
          </a:prstGeom>
        </p:spPr>
      </p:pic>
      <p:sp>
        <p:nvSpPr>
          <p:cNvPr id="5" name="Picture Placeholder 4">
            <a:extLst>
              <a:ext uri="{FF2B5EF4-FFF2-40B4-BE49-F238E27FC236}">
                <a16:creationId xmlns:a16="http://schemas.microsoft.com/office/drawing/2014/main" id="{AE06D638-6670-1A7D-63DF-69DA10D1350E}"/>
              </a:ext>
            </a:extLst>
          </p:cNvPr>
          <p:cNvSpPr>
            <a:spLocks noGrp="1"/>
          </p:cNvSpPr>
          <p:nvPr>
            <p:ph type="pic" idx="14" hasCustomPrompt="1"/>
          </p:nvPr>
        </p:nvSpPr>
        <p:spPr>
          <a:xfrm>
            <a:off x="8179091" y="3543"/>
            <a:ext cx="4003700" cy="5499978"/>
          </a:xfrm>
          <a:custGeom>
            <a:avLst/>
            <a:gdLst>
              <a:gd name="connsiteX0" fmla="*/ 2112187 w 4003700"/>
              <a:gd name="connsiteY0" fmla="*/ 2876184 h 5499978"/>
              <a:gd name="connsiteX1" fmla="*/ 3999210 w 4003700"/>
              <a:gd name="connsiteY1" fmla="*/ 2876184 h 5499978"/>
              <a:gd name="connsiteX2" fmla="*/ 4003700 w 4003700"/>
              <a:gd name="connsiteY2" fmla="*/ 2876192 h 5499978"/>
              <a:gd name="connsiteX3" fmla="*/ 4003700 w 4003700"/>
              <a:gd name="connsiteY3" fmla="*/ 5499937 h 5499978"/>
              <a:gd name="connsiteX4" fmla="*/ 3999210 w 4003700"/>
              <a:gd name="connsiteY4" fmla="*/ 5499978 h 5499978"/>
              <a:gd name="connsiteX5" fmla="*/ 2112187 w 4003700"/>
              <a:gd name="connsiteY5" fmla="*/ 5499978 h 5499978"/>
              <a:gd name="connsiteX6" fmla="*/ 800300 w 4003700"/>
              <a:gd name="connsiteY6" fmla="*/ 4188083 h 5499978"/>
              <a:gd name="connsiteX7" fmla="*/ 2112187 w 4003700"/>
              <a:gd name="connsiteY7" fmla="*/ 2876184 h 5499978"/>
              <a:gd name="connsiteX8" fmla="*/ 1311890 w 4003700"/>
              <a:gd name="connsiteY8" fmla="*/ 0 h 5499978"/>
              <a:gd name="connsiteX9" fmla="*/ 3999211 w 4003700"/>
              <a:gd name="connsiteY9" fmla="*/ 0 h 5499978"/>
              <a:gd name="connsiteX10" fmla="*/ 4003700 w 4003700"/>
              <a:gd name="connsiteY10" fmla="*/ 8 h 5499978"/>
              <a:gd name="connsiteX11" fmla="*/ 4003700 w 4003700"/>
              <a:gd name="connsiteY11" fmla="*/ 2623767 h 5499978"/>
              <a:gd name="connsiteX12" fmla="*/ 3999211 w 4003700"/>
              <a:gd name="connsiteY12" fmla="*/ 2623776 h 5499978"/>
              <a:gd name="connsiteX13" fmla="*/ 1311890 w 4003700"/>
              <a:gd name="connsiteY13" fmla="*/ 2623776 h 5499978"/>
              <a:gd name="connsiteX14" fmla="*/ 0 w 4003700"/>
              <a:gd name="connsiteY14" fmla="*/ 1311889 h 5499978"/>
              <a:gd name="connsiteX15" fmla="*/ 1311890 w 4003700"/>
              <a:gd name="connsiteY15" fmla="*/ 0 h 5499978"/>
            </a:gdLst>
            <a:ahLst/>
            <a:cxnLst/>
            <a:rect l="l" t="t" r="r" b="b"/>
            <a:pathLst>
              <a:path w="4003700" h="5499978">
                <a:moveTo>
                  <a:pt x="2112187" y="2876184"/>
                </a:moveTo>
                <a:lnTo>
                  <a:pt x="3999210" y="2876184"/>
                </a:lnTo>
                <a:cubicBezTo>
                  <a:pt x="4000705" y="2876184"/>
                  <a:pt x="4002200" y="2876188"/>
                  <a:pt x="4003700" y="2876192"/>
                </a:cubicBezTo>
                <a:lnTo>
                  <a:pt x="4003700" y="5499937"/>
                </a:lnTo>
                <a:lnTo>
                  <a:pt x="3999210" y="5499978"/>
                </a:lnTo>
                <a:lnTo>
                  <a:pt x="2112187" y="5499978"/>
                </a:lnTo>
                <a:cubicBezTo>
                  <a:pt x="1387650" y="5499978"/>
                  <a:pt x="800300" y="4912595"/>
                  <a:pt x="800300" y="4188083"/>
                </a:cubicBezTo>
                <a:cubicBezTo>
                  <a:pt x="800300" y="3463534"/>
                  <a:pt x="1387650" y="2876184"/>
                  <a:pt x="2112187" y="2876184"/>
                </a:cubicBezTo>
                <a:close/>
                <a:moveTo>
                  <a:pt x="1311890" y="0"/>
                </a:moveTo>
                <a:lnTo>
                  <a:pt x="3999211" y="0"/>
                </a:lnTo>
                <a:cubicBezTo>
                  <a:pt x="4000706" y="0"/>
                  <a:pt x="4002201" y="3"/>
                  <a:pt x="4003700" y="8"/>
                </a:cubicBezTo>
                <a:lnTo>
                  <a:pt x="4003700" y="2623767"/>
                </a:lnTo>
                <a:lnTo>
                  <a:pt x="3999211" y="2623776"/>
                </a:lnTo>
                <a:lnTo>
                  <a:pt x="1311890" y="2623776"/>
                </a:lnTo>
                <a:cubicBezTo>
                  <a:pt x="587353" y="2623776"/>
                  <a:pt x="0" y="2036425"/>
                  <a:pt x="0" y="1311889"/>
                </a:cubicBezTo>
                <a:cubicBezTo>
                  <a:pt x="0" y="587352"/>
                  <a:pt x="587353" y="0"/>
                  <a:pt x="1311890" y="0"/>
                </a:cubicBezTo>
                <a:close/>
              </a:path>
            </a:pathLst>
          </a:custGeom>
          <a:solidFill>
            <a:srgbClr val="E6EBE4"/>
          </a:solidFill>
        </p:spPr>
        <p:txBody>
          <a:bodyPr wrap="square">
            <a:noAutofit/>
          </a:bodyPr>
          <a:lstStyle>
            <a:lvl1pPr marL="0" indent="0" algn="ctr">
              <a:buNone/>
              <a:defRPr/>
            </a:lvl1pPr>
          </a:lstStyle>
          <a:p>
            <a:r>
              <a:t>Add a picture</a:t>
            </a: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97636916-8E72-4E33-84D0-06A61FEF656B}" type="datetime1">
              <a:t>23-10-2026</a:t>
            </a:fld>
            <a:endParaRPr/>
          </a:p>
        </p:txBody>
      </p:sp>
      <p:sp>
        <p:nvSpPr>
          <p:cNvPr id="20" name="Vrije vorm: vorm 19">
            <a:extLst>
              <a:ext uri="{FF2B5EF4-FFF2-40B4-BE49-F238E27FC236}">
                <a16:creationId xmlns:a16="http://schemas.microsoft.com/office/drawing/2014/main" id="{F3C34520-E095-4E9F-962B-BF7151CCFA85}"/>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1" name="Vrije vorm: vorm 20">
            <a:extLst>
              <a:ext uri="{FF2B5EF4-FFF2-40B4-BE49-F238E27FC236}">
                <a16:creationId xmlns:a16="http://schemas.microsoft.com/office/drawing/2014/main" id="{590847EC-EFEC-45E2-9109-2242FB48D573}"/>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3" name="Vrije vorm: vorm 22">
            <a:extLst>
              <a:ext uri="{FF2B5EF4-FFF2-40B4-BE49-F238E27FC236}">
                <a16:creationId xmlns:a16="http://schemas.microsoft.com/office/drawing/2014/main" id="{2F00EA48-98FD-4AA8-A9F6-5C066B897B8D}"/>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2" name="Titel 53">
            <a:extLst>
              <a:ext uri="{FF2B5EF4-FFF2-40B4-BE49-F238E27FC236}">
                <a16:creationId xmlns:a16="http://schemas.microsoft.com/office/drawing/2014/main" id="{974EC31A-0CA9-25A4-D1AD-C3B4F9FEDA07}"/>
              </a:ext>
            </a:extLst>
          </p:cNvPr>
          <p:cNvSpPr>
            <a:spLocks noGrp="1"/>
          </p:cNvSpPr>
          <p:nvPr>
            <p:ph type="title" hasCustomPrompt="1"/>
          </p:nvPr>
        </p:nvSpPr>
        <p:spPr>
          <a:xfrm>
            <a:off x="839134" y="471932"/>
            <a:ext cx="7075506" cy="945446"/>
          </a:xfrm>
        </p:spPr>
        <p:txBody>
          <a:bodyPr anchor="b">
            <a:normAutofit/>
          </a:bodyPr>
          <a:lstStyle>
            <a:lvl1pPr>
              <a:lnSpc>
                <a:spcPct val="75000"/>
              </a:lnSpc>
              <a:buNone/>
              <a:defRPr sz="4500">
                <a:solidFill>
                  <a:schemeClr val="bg1"/>
                </a:solidFill>
              </a:defRPr>
            </a:lvl1pPr>
          </a:lstStyle>
          <a:p>
            <a:r>
              <a:t>This is a title</a:t>
            </a:r>
          </a:p>
        </p:txBody>
      </p:sp>
      <p:sp>
        <p:nvSpPr>
          <p:cNvPr id="3" name="Tijdelijke aanduiding voor tekst 55">
            <a:extLst>
              <a:ext uri="{FF2B5EF4-FFF2-40B4-BE49-F238E27FC236}">
                <a16:creationId xmlns:a16="http://schemas.microsoft.com/office/drawing/2014/main" id="{4F2EE4F4-D273-F68B-2C8C-217EC20CFDE5}"/>
              </a:ext>
            </a:extLst>
          </p:cNvPr>
          <p:cNvSpPr>
            <a:spLocks noGrp="1"/>
          </p:cNvSpPr>
          <p:nvPr>
            <p:ph type="body" idx="11" hasCustomPrompt="1"/>
          </p:nvPr>
        </p:nvSpPr>
        <p:spPr>
          <a:xfrm>
            <a:off x="839134" y="1535975"/>
            <a:ext cx="7075506" cy="484467"/>
          </a:xfrm>
        </p:spPr>
        <p:txBody>
          <a:bodyPr>
            <a:normAutofit/>
          </a:bodyPr>
          <a:lstStyle>
            <a:lvl1pPr marL="0" indent="0">
              <a:buNone/>
              <a:defRPr sz="2200" b="1">
                <a:solidFill>
                  <a:srgbClr val="FF7A00"/>
                </a:solidFill>
              </a:defRPr>
            </a:lvl1pPr>
          </a:lstStyle>
          <a:p>
            <a:pPr lvl="0">
              <a:buNone/>
            </a:pPr>
            <a:r>
              <a:t>Dit is een subtitel</a:t>
            </a:r>
          </a:p>
        </p:txBody>
      </p:sp>
      <p:sp>
        <p:nvSpPr>
          <p:cNvPr id="4" name="Tijdelijke aanduiding voor tekst 2">
            <a:extLst>
              <a:ext uri="{FF2B5EF4-FFF2-40B4-BE49-F238E27FC236}">
                <a16:creationId xmlns:a16="http://schemas.microsoft.com/office/drawing/2014/main" id="{41F91F8A-B5F2-EDDB-F46A-FE79ECA143DE}"/>
              </a:ext>
            </a:extLst>
          </p:cNvPr>
          <p:cNvSpPr>
            <a:spLocks noGrp="1"/>
          </p:cNvSpPr>
          <p:nvPr>
            <p:ph type="body" idx="16" hasCustomPrompt="1"/>
          </p:nvPr>
        </p:nvSpPr>
        <p:spPr>
          <a:xfrm>
            <a:off x="835024" y="2278063"/>
            <a:ext cx="7075505" cy="4005262"/>
          </a:xfrm>
        </p:spPr>
        <p:txBody>
          <a:bodyPr>
            <a:normAutofit/>
          </a:bodyPr>
          <a:lstStyle>
            <a:lvl1pPr>
              <a:buNone/>
              <a:defRPr sz="1800">
                <a:solidFill>
                  <a:schemeClr val="bg1"/>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buNone/>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kst slide 1 kolom">
    <p:bg>
      <p:bgPr>
        <a:solidFill>
          <a:schemeClr val="bg1"/>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8D3F8FAC-6830-47FB-B083-482C9589602D}"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Tijdelijke aanduiding voor tekst 75">
            <a:extLst>
              <a:ext uri="{FF2B5EF4-FFF2-40B4-BE49-F238E27FC236}">
                <a16:creationId xmlns:a16="http://schemas.microsoft.com/office/drawing/2014/main" id="{718517F6-59D6-4CC0-8678-7ECDE6745C66}"/>
              </a:ext>
            </a:extLst>
          </p:cNvPr>
          <p:cNvSpPr>
            <a:spLocks noGrp="1"/>
          </p:cNvSpPr>
          <p:nvPr>
            <p:ph type="body" idx="15" hasCustomPrompt="1"/>
          </p:nvPr>
        </p:nvSpPr>
        <p:spPr>
          <a:xfrm>
            <a:off x="839132" y="2286001"/>
            <a:ext cx="8640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kst slide 1 kolom - grijs">
    <p:bg>
      <p:bgPr>
        <a:solidFill>
          <a:srgbClr val="E6EBE4"/>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8D3F8FAC-6830-47FB-B083-482C9589602D}"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Tijdelijke aanduiding voor tekst 75">
            <a:extLst>
              <a:ext uri="{FF2B5EF4-FFF2-40B4-BE49-F238E27FC236}">
                <a16:creationId xmlns:a16="http://schemas.microsoft.com/office/drawing/2014/main" id="{718517F6-59D6-4CC0-8678-7ECDE6745C66}"/>
              </a:ext>
            </a:extLst>
          </p:cNvPr>
          <p:cNvSpPr>
            <a:spLocks noGrp="1"/>
          </p:cNvSpPr>
          <p:nvPr>
            <p:ph type="body" idx="15" hasCustomPrompt="1"/>
          </p:nvPr>
        </p:nvSpPr>
        <p:spPr>
          <a:xfrm>
            <a:off x="839132" y="2286001"/>
            <a:ext cx="8640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kst slide 1 kolom - DiP groen">
    <p:bg>
      <p:bgPr>
        <a:solidFill>
          <a:srgbClr val="04431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08DDF1-B90F-4FF3-8B53-383C5FD07848}"/>
              </a:ext>
            </a:extLst>
          </p:cNvPr>
          <p:cNvPicPr>
            <a:picLocks noChangeAspect="1"/>
          </p:cNvPicPr>
          <p:nvPr/>
        </p:nvPicPr>
        <p:blipFill>
          <a:blip r:embed="rId2"/>
          <a:stretch>
            <a:fillRect/>
          </a:stretch>
        </p:blipFill>
        <p:spPr>
          <a:xfrm>
            <a:off x="2390213" y="2"/>
            <a:ext cx="7411574" cy="3414914"/>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96C90E53-F95A-4A07-A436-5B62D02B5910}" type="datetime1">
              <a:t>23-10-2026</a:t>
            </a:fld>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solidFill>
                  <a:schemeClr val="bg1"/>
                </a:solidFill>
              </a:defRPr>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2" name="Vrije vorm: vorm 11">
            <a:extLst>
              <a:ext uri="{FF2B5EF4-FFF2-40B4-BE49-F238E27FC236}">
                <a16:creationId xmlns:a16="http://schemas.microsoft.com/office/drawing/2014/main" id="{BF7A52BD-B836-464D-BBC2-D00D645771EB}"/>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13" name="Vrije vorm: vorm 12">
            <a:extLst>
              <a:ext uri="{FF2B5EF4-FFF2-40B4-BE49-F238E27FC236}">
                <a16:creationId xmlns:a16="http://schemas.microsoft.com/office/drawing/2014/main" id="{A0894EB7-D712-43E3-81E1-0BB944C4EA50}"/>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5" name="Vrije vorm: vorm 14">
            <a:extLst>
              <a:ext uri="{FF2B5EF4-FFF2-40B4-BE49-F238E27FC236}">
                <a16:creationId xmlns:a16="http://schemas.microsoft.com/office/drawing/2014/main" id="{6F3A52CF-0104-407A-BEE4-BFD51FAB520F}"/>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16" name="Tijdelijke aanduiding voor tekst 75">
            <a:extLst>
              <a:ext uri="{FF2B5EF4-FFF2-40B4-BE49-F238E27FC236}">
                <a16:creationId xmlns:a16="http://schemas.microsoft.com/office/drawing/2014/main" id="{52DCB3BF-B086-448B-9D3E-6C5342720F9D}"/>
              </a:ext>
            </a:extLst>
          </p:cNvPr>
          <p:cNvSpPr>
            <a:spLocks noGrp="1"/>
          </p:cNvSpPr>
          <p:nvPr>
            <p:ph type="body" idx="15" hasCustomPrompt="1"/>
          </p:nvPr>
        </p:nvSpPr>
        <p:spPr>
          <a:xfrm>
            <a:off x="839134" y="2286001"/>
            <a:ext cx="8640000" cy="3373119"/>
          </a:xfrm>
        </p:spPr>
        <p:txBody>
          <a:bodyPr>
            <a:normAutofit/>
          </a:bodyPr>
          <a:lstStyle>
            <a:lvl1pPr marL="358775" indent="-358775">
              <a:lnSpc>
                <a:spcPct val="112000"/>
              </a:lnSpc>
              <a:spcBef>
                <a:spcPts val="0"/>
              </a:spcBef>
              <a:buClr>
                <a:srgbClr val="FF7A00"/>
              </a:buClr>
              <a:buFont typeface="Arial"/>
              <a:buChar char="•"/>
              <a:defRPr sz="1800">
                <a:solidFill>
                  <a:schemeClr val="bg1"/>
                </a:solidFill>
              </a:defRPr>
            </a:lvl1pPr>
            <a:lvl2pPr marL="715963" indent="-357188">
              <a:lnSpc>
                <a:spcPct val="112000"/>
              </a:lnSpc>
              <a:spcBef>
                <a:spcPts val="0"/>
              </a:spcBef>
              <a:buClr>
                <a:srgbClr val="FF7A00"/>
              </a:buClr>
              <a:buFont typeface="Arial"/>
              <a:buChar char="•"/>
              <a:defRPr sz="1800">
                <a:solidFill>
                  <a:schemeClr val="bg1"/>
                </a:solidFill>
              </a:defRPr>
            </a:lvl2pPr>
            <a:lvl3pPr marL="1077913" indent="-361950">
              <a:lnSpc>
                <a:spcPct val="112000"/>
              </a:lnSpc>
              <a:spcBef>
                <a:spcPts val="0"/>
              </a:spcBef>
              <a:buClr>
                <a:srgbClr val="FF7A00"/>
              </a:buClr>
              <a:buFont typeface="Arial"/>
              <a:buChar char="•"/>
              <a:defRPr sz="1800">
                <a:solidFill>
                  <a:schemeClr val="bg1"/>
                </a:solidFill>
              </a:defRPr>
            </a:lvl3pPr>
            <a:lvl4pPr marL="1436688" indent="-358775">
              <a:lnSpc>
                <a:spcPct val="112000"/>
              </a:lnSpc>
              <a:spcBef>
                <a:spcPts val="0"/>
              </a:spcBef>
              <a:buClr>
                <a:srgbClr val="FF7A00"/>
              </a:buClr>
              <a:buFont typeface="Arial"/>
              <a:buChar char="•"/>
              <a:defRPr sz="1800">
                <a:solidFill>
                  <a:schemeClr val="bg1"/>
                </a:solidFill>
              </a:defRPr>
            </a:lvl4pPr>
            <a:lvl5pPr marL="1793875" indent="-357188">
              <a:lnSpc>
                <a:spcPct val="112000"/>
              </a:lnSpc>
              <a:spcBef>
                <a:spcPts val="0"/>
              </a:spcBef>
              <a:buClr>
                <a:srgbClr val="FF7A00"/>
              </a:buClr>
              <a:buFont typeface="Arial"/>
              <a:buChar char="•"/>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kst slide 2 kolommen">
    <p:bg>
      <p:bgPr>
        <a:solidFill>
          <a:schemeClr val="bg1"/>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E5DB0701-451C-4D91-8626-AD65BB70965A}"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Tijdelijke aanduiding voor tekst 75">
            <a:extLst>
              <a:ext uri="{FF2B5EF4-FFF2-40B4-BE49-F238E27FC236}">
                <a16:creationId xmlns:a16="http://schemas.microsoft.com/office/drawing/2014/main" id="{718517F6-59D6-4CC0-8678-7ECDE6745C66}"/>
              </a:ext>
            </a:extLst>
          </p:cNvPr>
          <p:cNvSpPr>
            <a:spLocks noGrp="1"/>
          </p:cNvSpPr>
          <p:nvPr>
            <p:ph type="body" idx="15" hasCustomPrompt="1"/>
          </p:nvPr>
        </p:nvSpPr>
        <p:spPr>
          <a:xfrm>
            <a:off x="839133" y="2286001"/>
            <a:ext cx="4860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1" name="Tijdelijke aanduiding voor tekst 75">
            <a:extLst>
              <a:ext uri="{FF2B5EF4-FFF2-40B4-BE49-F238E27FC236}">
                <a16:creationId xmlns:a16="http://schemas.microsoft.com/office/drawing/2014/main" id="{8DDCDE8E-2BFE-40FF-B074-296E723DBB03}"/>
              </a:ext>
            </a:extLst>
          </p:cNvPr>
          <p:cNvSpPr>
            <a:spLocks noGrp="1"/>
          </p:cNvSpPr>
          <p:nvPr>
            <p:ph type="body" idx="16" hasCustomPrompt="1"/>
          </p:nvPr>
        </p:nvSpPr>
        <p:spPr>
          <a:xfrm>
            <a:off x="6223000" y="2286002"/>
            <a:ext cx="4860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kst slide 2 kolommen - grijs">
    <p:bg>
      <p:bgPr>
        <a:solidFill>
          <a:srgbClr val="E6EBE4"/>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E5DB0701-451C-4D91-8626-AD65BB70965A}"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Tijdelijke aanduiding voor tekst 75">
            <a:extLst>
              <a:ext uri="{FF2B5EF4-FFF2-40B4-BE49-F238E27FC236}">
                <a16:creationId xmlns:a16="http://schemas.microsoft.com/office/drawing/2014/main" id="{718517F6-59D6-4CC0-8678-7ECDE6745C66}"/>
              </a:ext>
            </a:extLst>
          </p:cNvPr>
          <p:cNvSpPr>
            <a:spLocks noGrp="1"/>
          </p:cNvSpPr>
          <p:nvPr>
            <p:ph type="body" idx="15" hasCustomPrompt="1"/>
          </p:nvPr>
        </p:nvSpPr>
        <p:spPr>
          <a:xfrm>
            <a:off x="839133" y="2286001"/>
            <a:ext cx="4860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1" name="Tijdelijke aanduiding voor tekst 75">
            <a:extLst>
              <a:ext uri="{FF2B5EF4-FFF2-40B4-BE49-F238E27FC236}">
                <a16:creationId xmlns:a16="http://schemas.microsoft.com/office/drawing/2014/main" id="{8DDCDE8E-2BFE-40FF-B074-296E723DBB03}"/>
              </a:ext>
            </a:extLst>
          </p:cNvPr>
          <p:cNvSpPr>
            <a:spLocks noGrp="1"/>
          </p:cNvSpPr>
          <p:nvPr>
            <p:ph type="body" idx="16" hasCustomPrompt="1"/>
          </p:nvPr>
        </p:nvSpPr>
        <p:spPr>
          <a:xfrm>
            <a:off x="6223000" y="2286002"/>
            <a:ext cx="4860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kst slide 2 kolommen - DiP groen">
    <p:bg>
      <p:bgPr>
        <a:solidFill>
          <a:srgbClr val="04431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A8249D-799A-4CCB-BE72-9CB0FF4AA3AF}"/>
              </a:ext>
            </a:extLst>
          </p:cNvPr>
          <p:cNvPicPr>
            <a:picLocks noChangeAspect="1"/>
          </p:cNvPicPr>
          <p:nvPr/>
        </p:nvPicPr>
        <p:blipFill>
          <a:blip r:embed="rId2"/>
          <a:stretch>
            <a:fillRect/>
          </a:stretch>
        </p:blipFill>
        <p:spPr>
          <a:xfrm>
            <a:off x="2390213" y="2"/>
            <a:ext cx="7411574" cy="3414914"/>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6CA8A0D4-4D6C-49B4-8C03-0BE8112EC410}" type="datetime1">
              <a:t>23-10-2026</a:t>
            </a:fld>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solidFill>
                  <a:schemeClr val="bg1"/>
                </a:solidFill>
              </a:defRPr>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Tijdelijke aanduiding voor tekst 75">
            <a:extLst>
              <a:ext uri="{FF2B5EF4-FFF2-40B4-BE49-F238E27FC236}">
                <a16:creationId xmlns:a16="http://schemas.microsoft.com/office/drawing/2014/main" id="{718517F6-59D6-4CC0-8678-7ECDE6745C66}"/>
              </a:ext>
            </a:extLst>
          </p:cNvPr>
          <p:cNvSpPr>
            <a:spLocks noGrp="1"/>
          </p:cNvSpPr>
          <p:nvPr>
            <p:ph type="body" idx="15" hasCustomPrompt="1"/>
          </p:nvPr>
        </p:nvSpPr>
        <p:spPr>
          <a:xfrm>
            <a:off x="839133" y="2286001"/>
            <a:ext cx="4860000" cy="3373119"/>
          </a:xfrm>
        </p:spPr>
        <p:txBody>
          <a:bodyPr>
            <a:normAutofit/>
          </a:bodyPr>
          <a:lstStyle>
            <a:lvl1pPr marL="358775" indent="-358775">
              <a:lnSpc>
                <a:spcPct val="112000"/>
              </a:lnSpc>
              <a:spcBef>
                <a:spcPts val="0"/>
              </a:spcBef>
              <a:buClr>
                <a:srgbClr val="FF7A00"/>
              </a:buClr>
              <a:buFont typeface="Arial"/>
              <a:buChar char="•"/>
              <a:defRPr sz="1800">
                <a:solidFill>
                  <a:schemeClr val="bg1"/>
                </a:solidFill>
              </a:defRPr>
            </a:lvl1pPr>
            <a:lvl2pPr marL="715963" indent="-357188">
              <a:lnSpc>
                <a:spcPct val="112000"/>
              </a:lnSpc>
              <a:spcBef>
                <a:spcPts val="0"/>
              </a:spcBef>
              <a:buClr>
                <a:srgbClr val="FF7A00"/>
              </a:buClr>
              <a:buFont typeface="Arial"/>
              <a:buChar char="•"/>
              <a:defRPr sz="1800">
                <a:solidFill>
                  <a:schemeClr val="bg1"/>
                </a:solidFill>
              </a:defRPr>
            </a:lvl2pPr>
            <a:lvl3pPr marL="1077913" indent="-361950">
              <a:lnSpc>
                <a:spcPct val="112000"/>
              </a:lnSpc>
              <a:spcBef>
                <a:spcPts val="0"/>
              </a:spcBef>
              <a:buClr>
                <a:srgbClr val="FF7A00"/>
              </a:buClr>
              <a:buFont typeface="Arial"/>
              <a:buChar char="•"/>
              <a:defRPr sz="1800">
                <a:solidFill>
                  <a:schemeClr val="bg1"/>
                </a:solidFill>
              </a:defRPr>
            </a:lvl3pPr>
            <a:lvl4pPr marL="1436688" indent="-358775">
              <a:lnSpc>
                <a:spcPct val="112000"/>
              </a:lnSpc>
              <a:spcBef>
                <a:spcPts val="0"/>
              </a:spcBef>
              <a:buClr>
                <a:srgbClr val="FF7A00"/>
              </a:buClr>
              <a:buFont typeface="Arial"/>
              <a:buChar char="•"/>
              <a:defRPr sz="1800">
                <a:solidFill>
                  <a:schemeClr val="bg1"/>
                </a:solidFill>
              </a:defRPr>
            </a:lvl4pPr>
            <a:lvl5pPr marL="1793875" indent="-357188">
              <a:lnSpc>
                <a:spcPct val="112000"/>
              </a:lnSpc>
              <a:spcBef>
                <a:spcPts val="0"/>
              </a:spcBef>
              <a:buClr>
                <a:srgbClr val="FF7A00"/>
              </a:buClr>
              <a:buFont typeface="Arial"/>
              <a:buChar char="•"/>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1" name="Tijdelijke aanduiding voor tekst 75">
            <a:extLst>
              <a:ext uri="{FF2B5EF4-FFF2-40B4-BE49-F238E27FC236}">
                <a16:creationId xmlns:a16="http://schemas.microsoft.com/office/drawing/2014/main" id="{8DDCDE8E-2BFE-40FF-B074-296E723DBB03}"/>
              </a:ext>
            </a:extLst>
          </p:cNvPr>
          <p:cNvSpPr>
            <a:spLocks noGrp="1"/>
          </p:cNvSpPr>
          <p:nvPr>
            <p:ph type="body" idx="16" hasCustomPrompt="1"/>
          </p:nvPr>
        </p:nvSpPr>
        <p:spPr>
          <a:xfrm>
            <a:off x="6223000" y="2286002"/>
            <a:ext cx="4860000" cy="3373119"/>
          </a:xfrm>
        </p:spPr>
        <p:txBody>
          <a:bodyPr>
            <a:normAutofit/>
          </a:bodyPr>
          <a:lstStyle>
            <a:lvl1pPr marL="358775" indent="-358775">
              <a:lnSpc>
                <a:spcPct val="112000"/>
              </a:lnSpc>
              <a:spcBef>
                <a:spcPts val="0"/>
              </a:spcBef>
              <a:buClr>
                <a:srgbClr val="FF7A00"/>
              </a:buClr>
              <a:buFont typeface="Arial"/>
              <a:buChar char="•"/>
              <a:defRPr sz="1800">
                <a:solidFill>
                  <a:schemeClr val="bg1"/>
                </a:solidFill>
              </a:defRPr>
            </a:lvl1pPr>
            <a:lvl2pPr marL="715963" indent="-357188">
              <a:lnSpc>
                <a:spcPct val="112000"/>
              </a:lnSpc>
              <a:spcBef>
                <a:spcPts val="0"/>
              </a:spcBef>
              <a:buClr>
                <a:srgbClr val="FF7A00"/>
              </a:buClr>
              <a:buFont typeface="Arial"/>
              <a:buChar char="•"/>
              <a:defRPr sz="1800">
                <a:solidFill>
                  <a:schemeClr val="bg1"/>
                </a:solidFill>
              </a:defRPr>
            </a:lvl2pPr>
            <a:lvl3pPr marL="1077913" indent="-361950">
              <a:lnSpc>
                <a:spcPct val="112000"/>
              </a:lnSpc>
              <a:spcBef>
                <a:spcPts val="0"/>
              </a:spcBef>
              <a:buClr>
                <a:srgbClr val="FF7A00"/>
              </a:buClr>
              <a:buFont typeface="Arial"/>
              <a:buChar char="•"/>
              <a:defRPr sz="1800">
                <a:solidFill>
                  <a:schemeClr val="bg1"/>
                </a:solidFill>
              </a:defRPr>
            </a:lvl3pPr>
            <a:lvl4pPr marL="1436688" indent="-358775">
              <a:lnSpc>
                <a:spcPct val="112000"/>
              </a:lnSpc>
              <a:spcBef>
                <a:spcPts val="0"/>
              </a:spcBef>
              <a:buClr>
                <a:srgbClr val="FF7A00"/>
              </a:buClr>
              <a:buFont typeface="Arial"/>
              <a:buChar char="•"/>
              <a:defRPr sz="1800">
                <a:solidFill>
                  <a:schemeClr val="bg1"/>
                </a:solidFill>
              </a:defRPr>
            </a:lvl4pPr>
            <a:lvl5pPr marL="1793875" indent="-357188">
              <a:lnSpc>
                <a:spcPct val="112000"/>
              </a:lnSpc>
              <a:spcBef>
                <a:spcPts val="0"/>
              </a:spcBef>
              <a:buClr>
                <a:srgbClr val="FF7A00"/>
              </a:buClr>
              <a:buFont typeface="Arial"/>
              <a:buChar char="•"/>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3" name="Vrije vorm: vorm 12">
            <a:extLst>
              <a:ext uri="{FF2B5EF4-FFF2-40B4-BE49-F238E27FC236}">
                <a16:creationId xmlns:a16="http://schemas.microsoft.com/office/drawing/2014/main" id="{D93995CB-6BC6-4802-BA7B-95821925C5B4}"/>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15" name="Vrije vorm: vorm 14">
            <a:extLst>
              <a:ext uri="{FF2B5EF4-FFF2-40B4-BE49-F238E27FC236}">
                <a16:creationId xmlns:a16="http://schemas.microsoft.com/office/drawing/2014/main" id="{9F2F82B5-F7CA-4A21-AA8B-E718189E016D}"/>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6" name="Vrije vorm: vorm 15">
            <a:extLst>
              <a:ext uri="{FF2B5EF4-FFF2-40B4-BE49-F238E27FC236}">
                <a16:creationId xmlns:a16="http://schemas.microsoft.com/office/drawing/2014/main" id="{707251DC-9671-4724-8002-B62786BC001E}"/>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kst slide 3 kolommen">
    <p:bg>
      <p:bgPr>
        <a:solidFill>
          <a:schemeClr val="bg1"/>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EAB87681-5628-40F3-84B6-CBDD35651064}"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Tijdelijke aanduiding voor tekst 75">
            <a:extLst>
              <a:ext uri="{FF2B5EF4-FFF2-40B4-BE49-F238E27FC236}">
                <a16:creationId xmlns:a16="http://schemas.microsoft.com/office/drawing/2014/main" id="{718517F6-59D6-4CC0-8678-7ECDE6745C66}"/>
              </a:ext>
            </a:extLst>
          </p:cNvPr>
          <p:cNvSpPr>
            <a:spLocks noGrp="1"/>
          </p:cNvSpPr>
          <p:nvPr>
            <p:ph type="body" idx="15" hasCustomPrompt="1"/>
          </p:nvPr>
        </p:nvSpPr>
        <p:spPr>
          <a:xfrm>
            <a:off x="839133" y="2286001"/>
            <a:ext cx="3132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1" name="Tijdelijke aanduiding voor tekst 75">
            <a:extLst>
              <a:ext uri="{FF2B5EF4-FFF2-40B4-BE49-F238E27FC236}">
                <a16:creationId xmlns:a16="http://schemas.microsoft.com/office/drawing/2014/main" id="{D82178D0-E095-45D0-B01A-CD24F0388BB2}"/>
              </a:ext>
            </a:extLst>
          </p:cNvPr>
          <p:cNvSpPr>
            <a:spLocks noGrp="1"/>
          </p:cNvSpPr>
          <p:nvPr>
            <p:ph type="body" idx="16" hasCustomPrompt="1"/>
          </p:nvPr>
        </p:nvSpPr>
        <p:spPr>
          <a:xfrm>
            <a:off x="4521200" y="2286001"/>
            <a:ext cx="3132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2" name="Tijdelijke aanduiding voor tekst 75">
            <a:extLst>
              <a:ext uri="{FF2B5EF4-FFF2-40B4-BE49-F238E27FC236}">
                <a16:creationId xmlns:a16="http://schemas.microsoft.com/office/drawing/2014/main" id="{D2804CA9-1D96-4511-8015-ECF5068D5A2F}"/>
              </a:ext>
            </a:extLst>
          </p:cNvPr>
          <p:cNvSpPr>
            <a:spLocks noGrp="1"/>
          </p:cNvSpPr>
          <p:nvPr>
            <p:ph type="body" idx="17" hasCustomPrompt="1"/>
          </p:nvPr>
        </p:nvSpPr>
        <p:spPr>
          <a:xfrm>
            <a:off x="8203267" y="2286001"/>
            <a:ext cx="3132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kst slide 3 kolommen - grijs">
    <p:bg>
      <p:bgPr>
        <a:solidFill>
          <a:srgbClr val="E6EBE4"/>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EAB87681-5628-40F3-84B6-CBDD35651064}"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Tijdelijke aanduiding voor tekst 75">
            <a:extLst>
              <a:ext uri="{FF2B5EF4-FFF2-40B4-BE49-F238E27FC236}">
                <a16:creationId xmlns:a16="http://schemas.microsoft.com/office/drawing/2014/main" id="{718517F6-59D6-4CC0-8678-7ECDE6745C66}"/>
              </a:ext>
            </a:extLst>
          </p:cNvPr>
          <p:cNvSpPr>
            <a:spLocks noGrp="1"/>
          </p:cNvSpPr>
          <p:nvPr>
            <p:ph type="body" idx="15" hasCustomPrompt="1"/>
          </p:nvPr>
        </p:nvSpPr>
        <p:spPr>
          <a:xfrm>
            <a:off x="839133" y="2286001"/>
            <a:ext cx="3132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1" name="Tijdelijke aanduiding voor tekst 75">
            <a:extLst>
              <a:ext uri="{FF2B5EF4-FFF2-40B4-BE49-F238E27FC236}">
                <a16:creationId xmlns:a16="http://schemas.microsoft.com/office/drawing/2014/main" id="{D82178D0-E095-45D0-B01A-CD24F0388BB2}"/>
              </a:ext>
            </a:extLst>
          </p:cNvPr>
          <p:cNvSpPr>
            <a:spLocks noGrp="1"/>
          </p:cNvSpPr>
          <p:nvPr>
            <p:ph type="body" idx="16" hasCustomPrompt="1"/>
          </p:nvPr>
        </p:nvSpPr>
        <p:spPr>
          <a:xfrm>
            <a:off x="4521200" y="2286001"/>
            <a:ext cx="3132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2" name="Tijdelijke aanduiding voor tekst 75">
            <a:extLst>
              <a:ext uri="{FF2B5EF4-FFF2-40B4-BE49-F238E27FC236}">
                <a16:creationId xmlns:a16="http://schemas.microsoft.com/office/drawing/2014/main" id="{D2804CA9-1D96-4511-8015-ECF5068D5A2F}"/>
              </a:ext>
            </a:extLst>
          </p:cNvPr>
          <p:cNvSpPr>
            <a:spLocks noGrp="1"/>
          </p:cNvSpPr>
          <p:nvPr>
            <p:ph type="body" idx="17" hasCustomPrompt="1"/>
          </p:nvPr>
        </p:nvSpPr>
        <p:spPr>
          <a:xfrm>
            <a:off x="8203267" y="2286001"/>
            <a:ext cx="3132000" cy="3373119"/>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kst slide 3 kolommen - DiP groen">
    <p:bg>
      <p:bgPr>
        <a:solidFill>
          <a:srgbClr val="04431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8CDC72-579C-4C84-85D7-302EEF0BC66E}"/>
              </a:ext>
            </a:extLst>
          </p:cNvPr>
          <p:cNvPicPr>
            <a:picLocks noChangeAspect="1"/>
          </p:cNvPicPr>
          <p:nvPr/>
        </p:nvPicPr>
        <p:blipFill>
          <a:blip r:embed="rId2"/>
          <a:stretch>
            <a:fillRect/>
          </a:stretch>
        </p:blipFill>
        <p:spPr>
          <a:xfrm>
            <a:off x="2390213" y="2"/>
            <a:ext cx="7411574" cy="3414914"/>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90023294-42BB-4B96-850A-94C8D05045C3}" type="datetime1">
              <a:t>23-10-2026</a:t>
            </a:fld>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solidFill>
                  <a:schemeClr val="bg1"/>
                </a:solidFill>
              </a:defRPr>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3" y="1535975"/>
            <a:ext cx="10517201"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Tijdelijke aanduiding voor tekst 75">
            <a:extLst>
              <a:ext uri="{FF2B5EF4-FFF2-40B4-BE49-F238E27FC236}">
                <a16:creationId xmlns:a16="http://schemas.microsoft.com/office/drawing/2014/main" id="{718517F6-59D6-4CC0-8678-7ECDE6745C66}"/>
              </a:ext>
            </a:extLst>
          </p:cNvPr>
          <p:cNvSpPr>
            <a:spLocks noGrp="1"/>
          </p:cNvSpPr>
          <p:nvPr>
            <p:ph type="body" idx="15" hasCustomPrompt="1"/>
          </p:nvPr>
        </p:nvSpPr>
        <p:spPr>
          <a:xfrm>
            <a:off x="839133" y="2286001"/>
            <a:ext cx="3132000" cy="3373119"/>
          </a:xfrm>
        </p:spPr>
        <p:txBody>
          <a:bodyPr>
            <a:normAutofit/>
          </a:bodyPr>
          <a:lstStyle>
            <a:lvl1pPr marL="358775" indent="-358775">
              <a:lnSpc>
                <a:spcPct val="112000"/>
              </a:lnSpc>
              <a:spcBef>
                <a:spcPts val="0"/>
              </a:spcBef>
              <a:buClr>
                <a:srgbClr val="FF7A00"/>
              </a:buClr>
              <a:buFont typeface="Arial"/>
              <a:buChar char="•"/>
              <a:defRPr sz="1800">
                <a:solidFill>
                  <a:schemeClr val="bg1"/>
                </a:solidFill>
              </a:defRPr>
            </a:lvl1pPr>
            <a:lvl2pPr marL="715963" indent="-357188">
              <a:lnSpc>
                <a:spcPct val="112000"/>
              </a:lnSpc>
              <a:spcBef>
                <a:spcPts val="0"/>
              </a:spcBef>
              <a:buClr>
                <a:srgbClr val="FF7A00"/>
              </a:buClr>
              <a:buFont typeface="Arial"/>
              <a:buChar char="•"/>
              <a:defRPr sz="1800">
                <a:solidFill>
                  <a:schemeClr val="bg1"/>
                </a:solidFill>
              </a:defRPr>
            </a:lvl2pPr>
            <a:lvl3pPr marL="1077913" indent="-361950">
              <a:lnSpc>
                <a:spcPct val="112000"/>
              </a:lnSpc>
              <a:spcBef>
                <a:spcPts val="0"/>
              </a:spcBef>
              <a:buClr>
                <a:srgbClr val="FF7A00"/>
              </a:buClr>
              <a:buFont typeface="Arial"/>
              <a:buChar char="•"/>
              <a:defRPr sz="1800">
                <a:solidFill>
                  <a:schemeClr val="bg1"/>
                </a:solidFill>
              </a:defRPr>
            </a:lvl3pPr>
            <a:lvl4pPr marL="1436688" indent="-358775">
              <a:lnSpc>
                <a:spcPct val="112000"/>
              </a:lnSpc>
              <a:spcBef>
                <a:spcPts val="0"/>
              </a:spcBef>
              <a:buClr>
                <a:srgbClr val="FF7A00"/>
              </a:buClr>
              <a:buFont typeface="Arial"/>
              <a:buChar char="•"/>
              <a:defRPr sz="1800">
                <a:solidFill>
                  <a:schemeClr val="bg1"/>
                </a:solidFill>
              </a:defRPr>
            </a:lvl4pPr>
            <a:lvl5pPr marL="1793875" indent="-357188">
              <a:lnSpc>
                <a:spcPct val="112000"/>
              </a:lnSpc>
              <a:spcBef>
                <a:spcPts val="0"/>
              </a:spcBef>
              <a:buClr>
                <a:srgbClr val="FF7A00"/>
              </a:buClr>
              <a:buFont typeface="Arial"/>
              <a:buChar char="•"/>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1" name="Tijdelijke aanduiding voor tekst 75">
            <a:extLst>
              <a:ext uri="{FF2B5EF4-FFF2-40B4-BE49-F238E27FC236}">
                <a16:creationId xmlns:a16="http://schemas.microsoft.com/office/drawing/2014/main" id="{D82178D0-E095-45D0-B01A-CD24F0388BB2}"/>
              </a:ext>
            </a:extLst>
          </p:cNvPr>
          <p:cNvSpPr>
            <a:spLocks noGrp="1"/>
          </p:cNvSpPr>
          <p:nvPr>
            <p:ph type="body" idx="16" hasCustomPrompt="1"/>
          </p:nvPr>
        </p:nvSpPr>
        <p:spPr>
          <a:xfrm>
            <a:off x="4521200" y="2286001"/>
            <a:ext cx="3132000" cy="3373119"/>
          </a:xfrm>
        </p:spPr>
        <p:txBody>
          <a:bodyPr>
            <a:normAutofit/>
          </a:bodyPr>
          <a:lstStyle>
            <a:lvl1pPr marL="358775" indent="-358775">
              <a:lnSpc>
                <a:spcPct val="112000"/>
              </a:lnSpc>
              <a:spcBef>
                <a:spcPts val="0"/>
              </a:spcBef>
              <a:buClr>
                <a:srgbClr val="FF7A00"/>
              </a:buClr>
              <a:buFont typeface="Arial"/>
              <a:buChar char="•"/>
              <a:defRPr sz="1800">
                <a:solidFill>
                  <a:schemeClr val="bg1"/>
                </a:solidFill>
              </a:defRPr>
            </a:lvl1pPr>
            <a:lvl2pPr marL="715963" indent="-357188">
              <a:lnSpc>
                <a:spcPct val="112000"/>
              </a:lnSpc>
              <a:spcBef>
                <a:spcPts val="0"/>
              </a:spcBef>
              <a:buClr>
                <a:srgbClr val="FF7A00"/>
              </a:buClr>
              <a:buFont typeface="Arial"/>
              <a:buChar char="•"/>
              <a:defRPr sz="1800">
                <a:solidFill>
                  <a:schemeClr val="bg1"/>
                </a:solidFill>
              </a:defRPr>
            </a:lvl2pPr>
            <a:lvl3pPr marL="1077913" indent="-361950">
              <a:lnSpc>
                <a:spcPct val="112000"/>
              </a:lnSpc>
              <a:spcBef>
                <a:spcPts val="0"/>
              </a:spcBef>
              <a:buClr>
                <a:srgbClr val="FF7A00"/>
              </a:buClr>
              <a:buFont typeface="Arial"/>
              <a:buChar char="•"/>
              <a:defRPr sz="1800">
                <a:solidFill>
                  <a:schemeClr val="bg1"/>
                </a:solidFill>
              </a:defRPr>
            </a:lvl3pPr>
            <a:lvl4pPr marL="1436688" indent="-358775">
              <a:lnSpc>
                <a:spcPct val="112000"/>
              </a:lnSpc>
              <a:spcBef>
                <a:spcPts val="0"/>
              </a:spcBef>
              <a:buClr>
                <a:srgbClr val="FF7A00"/>
              </a:buClr>
              <a:buFont typeface="Arial"/>
              <a:buChar char="•"/>
              <a:defRPr sz="1800">
                <a:solidFill>
                  <a:schemeClr val="bg1"/>
                </a:solidFill>
              </a:defRPr>
            </a:lvl4pPr>
            <a:lvl5pPr marL="1793875" indent="-357188">
              <a:lnSpc>
                <a:spcPct val="112000"/>
              </a:lnSpc>
              <a:spcBef>
                <a:spcPts val="0"/>
              </a:spcBef>
              <a:buClr>
                <a:srgbClr val="FF7A00"/>
              </a:buClr>
              <a:buFont typeface="Arial"/>
              <a:buChar char="•"/>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2" name="Tijdelijke aanduiding voor tekst 75">
            <a:extLst>
              <a:ext uri="{FF2B5EF4-FFF2-40B4-BE49-F238E27FC236}">
                <a16:creationId xmlns:a16="http://schemas.microsoft.com/office/drawing/2014/main" id="{D2804CA9-1D96-4511-8015-ECF5068D5A2F}"/>
              </a:ext>
            </a:extLst>
          </p:cNvPr>
          <p:cNvSpPr>
            <a:spLocks noGrp="1"/>
          </p:cNvSpPr>
          <p:nvPr>
            <p:ph type="body" idx="17" hasCustomPrompt="1"/>
          </p:nvPr>
        </p:nvSpPr>
        <p:spPr>
          <a:xfrm>
            <a:off x="8203267" y="2286001"/>
            <a:ext cx="3132000" cy="3373119"/>
          </a:xfrm>
        </p:spPr>
        <p:txBody>
          <a:bodyPr>
            <a:normAutofit/>
          </a:bodyPr>
          <a:lstStyle>
            <a:lvl1pPr marL="358775" indent="-358775">
              <a:lnSpc>
                <a:spcPct val="112000"/>
              </a:lnSpc>
              <a:spcBef>
                <a:spcPts val="0"/>
              </a:spcBef>
              <a:buClr>
                <a:srgbClr val="FF7A00"/>
              </a:buClr>
              <a:buFont typeface="Arial"/>
              <a:buChar char="•"/>
              <a:defRPr sz="1800">
                <a:solidFill>
                  <a:schemeClr val="bg1"/>
                </a:solidFill>
              </a:defRPr>
            </a:lvl1pPr>
            <a:lvl2pPr marL="715963" indent="-357188">
              <a:lnSpc>
                <a:spcPct val="112000"/>
              </a:lnSpc>
              <a:spcBef>
                <a:spcPts val="0"/>
              </a:spcBef>
              <a:buClr>
                <a:srgbClr val="FF7A00"/>
              </a:buClr>
              <a:buFont typeface="Arial"/>
              <a:buChar char="•"/>
              <a:defRPr sz="1800">
                <a:solidFill>
                  <a:schemeClr val="bg1"/>
                </a:solidFill>
              </a:defRPr>
            </a:lvl2pPr>
            <a:lvl3pPr marL="1077913" indent="-361950">
              <a:lnSpc>
                <a:spcPct val="112000"/>
              </a:lnSpc>
              <a:spcBef>
                <a:spcPts val="0"/>
              </a:spcBef>
              <a:buClr>
                <a:srgbClr val="FF7A00"/>
              </a:buClr>
              <a:buFont typeface="Arial"/>
              <a:buChar char="•"/>
              <a:defRPr sz="1800">
                <a:solidFill>
                  <a:schemeClr val="bg1"/>
                </a:solidFill>
              </a:defRPr>
            </a:lvl3pPr>
            <a:lvl4pPr marL="1436688" indent="-358775">
              <a:lnSpc>
                <a:spcPct val="112000"/>
              </a:lnSpc>
              <a:spcBef>
                <a:spcPts val="0"/>
              </a:spcBef>
              <a:buClr>
                <a:srgbClr val="FF7A00"/>
              </a:buClr>
              <a:buFont typeface="Arial"/>
              <a:buChar char="•"/>
              <a:defRPr sz="1800">
                <a:solidFill>
                  <a:schemeClr val="bg1"/>
                </a:solidFill>
              </a:defRPr>
            </a:lvl4pPr>
            <a:lvl5pPr marL="1793875" indent="-357188">
              <a:lnSpc>
                <a:spcPct val="112000"/>
              </a:lnSpc>
              <a:spcBef>
                <a:spcPts val="0"/>
              </a:spcBef>
              <a:buClr>
                <a:srgbClr val="FF7A00"/>
              </a:buClr>
              <a:buFont typeface="Arial"/>
              <a:buChar char="•"/>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15" name="Vrije vorm: vorm 14">
            <a:extLst>
              <a:ext uri="{FF2B5EF4-FFF2-40B4-BE49-F238E27FC236}">
                <a16:creationId xmlns:a16="http://schemas.microsoft.com/office/drawing/2014/main" id="{E2756C3F-4AB8-44C8-931B-2CAE2339BBEE}"/>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16" name="Vrije vorm: vorm 15">
            <a:extLst>
              <a:ext uri="{FF2B5EF4-FFF2-40B4-BE49-F238E27FC236}">
                <a16:creationId xmlns:a16="http://schemas.microsoft.com/office/drawing/2014/main" id="{579C72FC-8AFD-40EF-B3C9-86FADE0F6C72}"/>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7" name="Vrije vorm: vorm 16">
            <a:extLst>
              <a:ext uri="{FF2B5EF4-FFF2-40B4-BE49-F238E27FC236}">
                <a16:creationId xmlns:a16="http://schemas.microsoft.com/office/drawing/2014/main" id="{5CCC9710-AEA6-414E-B4CA-812994673254}"/>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rafiek slide">
    <p:bg>
      <p:bgPr>
        <a:solidFill>
          <a:schemeClr val="bg1"/>
        </a:solidFill>
        <a:effectLst/>
      </p:bgPr>
    </p:bg>
    <p:spTree>
      <p:nvGrpSpPr>
        <p:cNvPr id="1" name=""/>
        <p:cNvGrpSpPr/>
        <p:nvPr/>
      </p:nvGrpSpPr>
      <p:grpSpPr>
        <a:xfrm>
          <a:off x="0" y="0"/>
          <a:ext cx="0" cy="0"/>
          <a:chOff x="0" y="0"/>
          <a:chExt cx="0" cy="0"/>
        </a:xfrm>
      </p:grpSpPr>
      <p:sp>
        <p:nvSpPr>
          <p:cNvPr id="16" name="Vrije vorm: vorm 85">
            <a:extLst>
              <a:ext uri="{FF2B5EF4-FFF2-40B4-BE49-F238E27FC236}">
                <a16:creationId xmlns:a16="http://schemas.microsoft.com/office/drawing/2014/main" id="{FEB001D4-CFA3-F94F-A95F-F46688E764AC}"/>
              </a:ext>
            </a:extLst>
          </p:cNvPr>
          <p:cNvSpPr>
            <a:spLocks noGrp="1"/>
          </p:cNvSpPr>
          <p:nvPr/>
        </p:nvSpPr>
        <p:spPr>
          <a:xfrm>
            <a:off x="9545768" y="381000"/>
            <a:ext cx="560386" cy="572387"/>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solidFill>
            <a:srgbClr val="F5F3ED"/>
          </a:solidFill>
          <a:ln w="21431" cap="flat">
            <a:noFill/>
            <a:prstDash val="solid"/>
            <a:miter/>
          </a:ln>
        </p:spPr>
        <p:txBody>
          <a:bodyPr anchor="ctr"/>
          <a:lstStyle/>
          <a:p>
            <a:endParaRPr/>
          </a:p>
        </p:txBody>
      </p:sp>
      <p:sp>
        <p:nvSpPr>
          <p:cNvPr id="17" name="Vrije vorm: vorm 85">
            <a:extLst>
              <a:ext uri="{FF2B5EF4-FFF2-40B4-BE49-F238E27FC236}">
                <a16:creationId xmlns:a16="http://schemas.microsoft.com/office/drawing/2014/main" id="{7D4E084E-3E46-E545-9587-E00022ED85D7}"/>
              </a:ext>
            </a:extLst>
          </p:cNvPr>
          <p:cNvSpPr>
            <a:spLocks noGrp="1"/>
          </p:cNvSpPr>
          <p:nvPr/>
        </p:nvSpPr>
        <p:spPr>
          <a:xfrm>
            <a:off x="10017811" y="1148675"/>
            <a:ext cx="259282" cy="264835"/>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solidFill>
            <a:srgbClr val="F5F3ED"/>
          </a:solidFill>
          <a:ln w="21431" cap="flat">
            <a:noFill/>
            <a:prstDash val="solid"/>
            <a:miter/>
          </a:ln>
        </p:spPr>
        <p:txBody>
          <a:bodyPr anchor="ctr"/>
          <a:lstStyle/>
          <a:p>
            <a:endParaRPr/>
          </a:p>
        </p:txBody>
      </p:sp>
      <p:sp>
        <p:nvSpPr>
          <p:cNvPr id="18" name="Vrije vorm: vorm 85">
            <a:extLst>
              <a:ext uri="{FF2B5EF4-FFF2-40B4-BE49-F238E27FC236}">
                <a16:creationId xmlns:a16="http://schemas.microsoft.com/office/drawing/2014/main" id="{C1BCF947-6A70-3A43-9ED7-747D7A34CAF7}"/>
              </a:ext>
            </a:extLst>
          </p:cNvPr>
          <p:cNvSpPr>
            <a:spLocks noGrp="1"/>
          </p:cNvSpPr>
          <p:nvPr/>
        </p:nvSpPr>
        <p:spPr>
          <a:xfrm>
            <a:off x="8915400" y="850540"/>
            <a:ext cx="443338" cy="45283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solidFill>
            <a:srgbClr val="F5F3ED"/>
          </a:solidFill>
          <a:ln w="21431" cap="flat">
            <a:noFill/>
            <a:prstDash val="solid"/>
            <a:miter/>
          </a:ln>
        </p:spPr>
        <p:txBody>
          <a:bodyPr anchor="ctr"/>
          <a:lstStyle/>
          <a:p>
            <a:endParaRPr/>
          </a:p>
        </p:txBody>
      </p:sp>
      <p:sp>
        <p:nvSpPr>
          <p:cNvPr id="19" name="Vrije vorm: vorm 85">
            <a:extLst>
              <a:ext uri="{FF2B5EF4-FFF2-40B4-BE49-F238E27FC236}">
                <a16:creationId xmlns:a16="http://schemas.microsoft.com/office/drawing/2014/main" id="{B7234F81-6126-7941-A770-A61FEAA12EEB}"/>
              </a:ext>
            </a:extLst>
          </p:cNvPr>
          <p:cNvSpPr>
            <a:spLocks noGrp="1"/>
          </p:cNvSpPr>
          <p:nvPr/>
        </p:nvSpPr>
        <p:spPr>
          <a:xfrm>
            <a:off x="10644378" y="934366"/>
            <a:ext cx="209815" cy="214309"/>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solidFill>
            <a:srgbClr val="F5F3ED"/>
          </a:solidFill>
          <a:ln w="21431" cap="flat">
            <a:noFill/>
            <a:prstDash val="solid"/>
            <a:miter/>
          </a:ln>
        </p:spPr>
        <p:txBody>
          <a:bodyPr anchor="ctr"/>
          <a:lstStyle/>
          <a:p>
            <a:endParaRP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A3FD2D97-6825-40AD-91D6-80420FC5E569}"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3079"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4" y="1535975"/>
            <a:ext cx="10513078" cy="484467"/>
          </a:xfrm>
        </p:spPr>
        <p:txBody>
          <a:bodyPr>
            <a:normAutofit/>
          </a:bodyPr>
          <a:lstStyle>
            <a:lvl1pPr marL="0" indent="0">
              <a:buNone/>
              <a:defRPr sz="2200" b="1">
                <a:solidFill>
                  <a:srgbClr val="FF7A00"/>
                </a:solidFill>
              </a:defRPr>
            </a:lvl1pPr>
          </a:lstStyle>
          <a:p>
            <a:pPr lvl="0">
              <a:buNone/>
            </a:pPr>
            <a:r>
              <a:t>This is a subtitle</a:t>
            </a:r>
          </a:p>
        </p:txBody>
      </p:sp>
      <p:sp>
        <p:nvSpPr>
          <p:cNvPr id="41" name="Tijdelijke aanduiding voor tekst 75">
            <a:extLst>
              <a:ext uri="{FF2B5EF4-FFF2-40B4-BE49-F238E27FC236}">
                <a16:creationId xmlns:a16="http://schemas.microsoft.com/office/drawing/2014/main" id="{CA5D5001-2870-465F-BACB-9F97BCFDA9DB}"/>
              </a:ext>
            </a:extLst>
          </p:cNvPr>
          <p:cNvSpPr>
            <a:spLocks noGrp="1"/>
          </p:cNvSpPr>
          <p:nvPr>
            <p:ph type="body" idx="10" hasCustomPrompt="1"/>
          </p:nvPr>
        </p:nvSpPr>
        <p:spPr>
          <a:xfrm>
            <a:off x="839134" y="2286001"/>
            <a:ext cx="381414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5" name="Tijdelijke aanduiding voor inhoud 4">
            <a:extLst>
              <a:ext uri="{FF2B5EF4-FFF2-40B4-BE49-F238E27FC236}">
                <a16:creationId xmlns:a16="http://schemas.microsoft.com/office/drawing/2014/main" id="{74A40C1D-364E-4CF5-8B69-AC6B32E4DC62}"/>
              </a:ext>
            </a:extLst>
          </p:cNvPr>
          <p:cNvSpPr>
            <a:spLocks noGrp="1"/>
          </p:cNvSpPr>
          <p:nvPr>
            <p:ph idx="15" hasCustomPrompt="1"/>
          </p:nvPr>
        </p:nvSpPr>
        <p:spPr>
          <a:xfrm>
            <a:off x="5222875" y="2286001"/>
            <a:ext cx="6129338" cy="3193916"/>
          </a:xfrm>
        </p:spPr>
        <p:txBody>
          <a:bodyPr vert="horz" lIns="0" tIns="360000" rIns="0" bIns="0">
            <a:normAutofit/>
          </a:bodyPr>
          <a:lstStyle>
            <a:lvl1pPr marL="0" indent="0" algn="ctr">
              <a:buNone/>
              <a:defRPr sz="1500"/>
            </a:lvl1pPr>
          </a:lstStyle>
          <a:p>
            <a:pPr marL="358775" lvl="0" indent="-358775">
              <a:buClr>
                <a:srgbClr val="FF7A00"/>
              </a:buClr>
              <a:buNone/>
            </a:pPr>
            <a:r>
              <a:t>Graph or visualization comes here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rafiek slide - grijs">
    <p:bg>
      <p:bgPr>
        <a:solidFill>
          <a:srgbClr val="E6EBE4"/>
        </a:solidFill>
        <a:effectLst/>
      </p:bgPr>
    </p:bg>
    <p:spTree>
      <p:nvGrpSpPr>
        <p:cNvPr id="1" name=""/>
        <p:cNvGrpSpPr/>
        <p:nvPr/>
      </p:nvGrpSpPr>
      <p:grpSpPr>
        <a:xfrm>
          <a:off x="0" y="0"/>
          <a:ext cx="0" cy="0"/>
          <a:chOff x="0" y="0"/>
          <a:chExt cx="0" cy="0"/>
        </a:xfrm>
      </p:grpSpPr>
      <p:sp>
        <p:nvSpPr>
          <p:cNvPr id="16" name="Vrije vorm: vorm 85">
            <a:extLst>
              <a:ext uri="{FF2B5EF4-FFF2-40B4-BE49-F238E27FC236}">
                <a16:creationId xmlns:a16="http://schemas.microsoft.com/office/drawing/2014/main" id="{FEB001D4-CFA3-F94F-A95F-F46688E764AC}"/>
              </a:ext>
            </a:extLst>
          </p:cNvPr>
          <p:cNvSpPr>
            <a:spLocks noGrp="1"/>
          </p:cNvSpPr>
          <p:nvPr/>
        </p:nvSpPr>
        <p:spPr>
          <a:xfrm>
            <a:off x="9545768" y="381000"/>
            <a:ext cx="560386" cy="572387"/>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solidFill>
            <a:schemeClr val="bg1"/>
          </a:solidFill>
          <a:ln w="21431" cap="flat">
            <a:noFill/>
            <a:prstDash val="solid"/>
            <a:miter/>
          </a:ln>
        </p:spPr>
        <p:txBody>
          <a:bodyPr anchor="ctr"/>
          <a:lstStyle/>
          <a:p>
            <a:endParaRPr/>
          </a:p>
        </p:txBody>
      </p:sp>
      <p:sp>
        <p:nvSpPr>
          <p:cNvPr id="17" name="Vrije vorm: vorm 85">
            <a:extLst>
              <a:ext uri="{FF2B5EF4-FFF2-40B4-BE49-F238E27FC236}">
                <a16:creationId xmlns:a16="http://schemas.microsoft.com/office/drawing/2014/main" id="{7D4E084E-3E46-E545-9587-E00022ED85D7}"/>
              </a:ext>
            </a:extLst>
          </p:cNvPr>
          <p:cNvSpPr>
            <a:spLocks noGrp="1"/>
          </p:cNvSpPr>
          <p:nvPr/>
        </p:nvSpPr>
        <p:spPr>
          <a:xfrm>
            <a:off x="10017811" y="1148675"/>
            <a:ext cx="259282" cy="264835"/>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solidFill>
            <a:schemeClr val="bg1"/>
          </a:solidFill>
          <a:ln w="21431" cap="flat">
            <a:noFill/>
            <a:prstDash val="solid"/>
            <a:miter/>
          </a:ln>
        </p:spPr>
        <p:txBody>
          <a:bodyPr anchor="ctr"/>
          <a:lstStyle/>
          <a:p>
            <a:endParaRPr/>
          </a:p>
        </p:txBody>
      </p:sp>
      <p:sp>
        <p:nvSpPr>
          <p:cNvPr id="18" name="Vrije vorm: vorm 85">
            <a:extLst>
              <a:ext uri="{FF2B5EF4-FFF2-40B4-BE49-F238E27FC236}">
                <a16:creationId xmlns:a16="http://schemas.microsoft.com/office/drawing/2014/main" id="{C1BCF947-6A70-3A43-9ED7-747D7A34CAF7}"/>
              </a:ext>
            </a:extLst>
          </p:cNvPr>
          <p:cNvSpPr>
            <a:spLocks noGrp="1"/>
          </p:cNvSpPr>
          <p:nvPr/>
        </p:nvSpPr>
        <p:spPr>
          <a:xfrm>
            <a:off x="8915400" y="850540"/>
            <a:ext cx="443338" cy="45283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solidFill>
            <a:schemeClr val="bg1"/>
          </a:solidFill>
          <a:ln w="21431" cap="flat">
            <a:noFill/>
            <a:prstDash val="solid"/>
            <a:miter/>
          </a:ln>
        </p:spPr>
        <p:txBody>
          <a:bodyPr anchor="ctr"/>
          <a:lstStyle/>
          <a:p>
            <a:endParaRPr/>
          </a:p>
        </p:txBody>
      </p:sp>
      <p:sp>
        <p:nvSpPr>
          <p:cNvPr id="19" name="Vrije vorm: vorm 85">
            <a:extLst>
              <a:ext uri="{FF2B5EF4-FFF2-40B4-BE49-F238E27FC236}">
                <a16:creationId xmlns:a16="http://schemas.microsoft.com/office/drawing/2014/main" id="{B7234F81-6126-7941-A770-A61FEAA12EEB}"/>
              </a:ext>
            </a:extLst>
          </p:cNvPr>
          <p:cNvSpPr>
            <a:spLocks noGrp="1"/>
          </p:cNvSpPr>
          <p:nvPr/>
        </p:nvSpPr>
        <p:spPr>
          <a:xfrm>
            <a:off x="10644378" y="934366"/>
            <a:ext cx="209815" cy="214309"/>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solidFill>
            <a:schemeClr val="bg1"/>
          </a:solidFill>
          <a:ln w="21431" cap="flat">
            <a:noFill/>
            <a:prstDash val="solid"/>
            <a:miter/>
          </a:ln>
        </p:spPr>
        <p:txBody>
          <a:bodyPr anchor="ctr"/>
          <a:lstStyle/>
          <a:p>
            <a:endParaRP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A3FD2D97-6825-40AD-91D6-80420FC5E569}"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3079"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4" y="1535975"/>
            <a:ext cx="10513078" cy="484467"/>
          </a:xfrm>
        </p:spPr>
        <p:txBody>
          <a:bodyPr>
            <a:normAutofit/>
          </a:bodyPr>
          <a:lstStyle>
            <a:lvl1pPr marL="0" indent="0">
              <a:buNone/>
              <a:defRPr sz="2200" b="1">
                <a:solidFill>
                  <a:srgbClr val="FF7A00"/>
                </a:solidFill>
              </a:defRPr>
            </a:lvl1pPr>
          </a:lstStyle>
          <a:p>
            <a:pPr lvl="0">
              <a:buNone/>
            </a:pPr>
            <a:r>
              <a:t>This is a subtitle</a:t>
            </a:r>
          </a:p>
        </p:txBody>
      </p:sp>
      <p:sp>
        <p:nvSpPr>
          <p:cNvPr id="41" name="Tijdelijke aanduiding voor tekst 75">
            <a:extLst>
              <a:ext uri="{FF2B5EF4-FFF2-40B4-BE49-F238E27FC236}">
                <a16:creationId xmlns:a16="http://schemas.microsoft.com/office/drawing/2014/main" id="{CA5D5001-2870-465F-BACB-9F97BCFDA9DB}"/>
              </a:ext>
            </a:extLst>
          </p:cNvPr>
          <p:cNvSpPr>
            <a:spLocks noGrp="1"/>
          </p:cNvSpPr>
          <p:nvPr>
            <p:ph type="body" idx="10" hasCustomPrompt="1"/>
          </p:nvPr>
        </p:nvSpPr>
        <p:spPr>
          <a:xfrm>
            <a:off x="839134" y="2286001"/>
            <a:ext cx="3814146" cy="3996932"/>
          </a:xfrm>
        </p:spPr>
        <p:txBody>
          <a:bodyPr>
            <a:normAutofit/>
          </a:bodyPr>
          <a:lstStyle>
            <a:lvl1pPr marL="358775" indent="-358775">
              <a:lnSpc>
                <a:spcPct val="112000"/>
              </a:lnSpc>
              <a:spcBef>
                <a:spcPts val="0"/>
              </a:spcBef>
              <a:buClr>
                <a:srgbClr val="FF7A00"/>
              </a:buClr>
              <a:buFont typeface="Arial"/>
              <a:buChar char="•"/>
              <a:defRPr sz="1800"/>
            </a:lvl1pPr>
            <a:lvl2pPr marL="715963" indent="-357188">
              <a:lnSpc>
                <a:spcPct val="112000"/>
              </a:lnSpc>
              <a:spcBef>
                <a:spcPts val="0"/>
              </a:spcBef>
              <a:buClr>
                <a:srgbClr val="FF7A00"/>
              </a:buClr>
              <a:buFont typeface="Arial"/>
              <a:buChar char="•"/>
              <a:defRPr sz="1800"/>
            </a:lvl2pPr>
            <a:lvl3pPr marL="1077913" indent="-361950">
              <a:lnSpc>
                <a:spcPct val="112000"/>
              </a:lnSpc>
              <a:spcBef>
                <a:spcPts val="0"/>
              </a:spcBef>
              <a:buClr>
                <a:srgbClr val="FF7A00"/>
              </a:buClr>
              <a:buFont typeface="Arial"/>
              <a:buChar char="•"/>
              <a:defRPr sz="1800"/>
            </a:lvl3pPr>
            <a:lvl4pPr marL="1436688" indent="-358775">
              <a:lnSpc>
                <a:spcPct val="112000"/>
              </a:lnSpc>
              <a:spcBef>
                <a:spcPts val="0"/>
              </a:spcBef>
              <a:buClr>
                <a:srgbClr val="FF7A00"/>
              </a:buClr>
              <a:buFont typeface="Arial"/>
              <a:buChar char="•"/>
              <a:defRPr sz="1800"/>
            </a:lvl4pPr>
            <a:lvl5pPr marL="1793875" indent="-357188">
              <a:lnSpc>
                <a:spcPct val="112000"/>
              </a:lnSpc>
              <a:spcBef>
                <a:spcPts val="0"/>
              </a:spcBef>
              <a:buClr>
                <a:srgbClr val="FF7A00"/>
              </a:buClr>
              <a:buFont typeface="Arial"/>
              <a:buChar char="•"/>
              <a:defRPr sz="1800"/>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5" name="Tijdelijke aanduiding voor inhoud 4">
            <a:extLst>
              <a:ext uri="{FF2B5EF4-FFF2-40B4-BE49-F238E27FC236}">
                <a16:creationId xmlns:a16="http://schemas.microsoft.com/office/drawing/2014/main" id="{74A40C1D-364E-4CF5-8B69-AC6B32E4DC62}"/>
              </a:ext>
            </a:extLst>
          </p:cNvPr>
          <p:cNvSpPr>
            <a:spLocks noGrp="1"/>
          </p:cNvSpPr>
          <p:nvPr>
            <p:ph idx="15" hasCustomPrompt="1"/>
          </p:nvPr>
        </p:nvSpPr>
        <p:spPr>
          <a:xfrm>
            <a:off x="5222875" y="2286001"/>
            <a:ext cx="6129338" cy="3193916"/>
          </a:xfrm>
        </p:spPr>
        <p:txBody>
          <a:bodyPr vert="horz" lIns="0" tIns="360000" rIns="0" bIns="0">
            <a:normAutofit/>
          </a:bodyPr>
          <a:lstStyle>
            <a:lvl1pPr marL="0" indent="0" algn="ctr">
              <a:buNone/>
              <a:defRPr sz="1500"/>
            </a:lvl1pPr>
          </a:lstStyle>
          <a:p>
            <a:pPr marL="358775" lvl="0" indent="-358775">
              <a:buClr>
                <a:srgbClr val="FF7A00"/>
              </a:buClr>
              <a:buNone/>
            </a:pPr>
            <a:r>
              <a:t>Graph or visualization comes here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afiek slide - DiP groen">
    <p:bg>
      <p:bgPr>
        <a:solidFill>
          <a:srgbClr val="04431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C7BE60-34F5-49C8-8A94-19ACF94E3EBD}"/>
              </a:ext>
            </a:extLst>
          </p:cNvPr>
          <p:cNvPicPr>
            <a:picLocks noChangeAspect="1"/>
          </p:cNvPicPr>
          <p:nvPr/>
        </p:nvPicPr>
        <p:blipFill>
          <a:blip r:embed="rId2"/>
          <a:stretch>
            <a:fillRect/>
          </a:stretch>
        </p:blipFill>
        <p:spPr>
          <a:xfrm>
            <a:off x="2390213" y="2"/>
            <a:ext cx="7411574" cy="3414914"/>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ACEBF753-239A-431B-A6F9-78E97A6AAB13}" type="datetime1">
              <a:t>23-10-2026</a:t>
            </a:fld>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3079" cy="945446"/>
          </a:xfrm>
        </p:spPr>
        <p:txBody>
          <a:bodyPr anchor="b">
            <a:normAutofit/>
          </a:bodyPr>
          <a:lstStyle>
            <a:lvl1pPr>
              <a:lnSpc>
                <a:spcPct val="75000"/>
              </a:lnSpc>
              <a:buNone/>
              <a:defRPr sz="4500">
                <a:solidFill>
                  <a:schemeClr val="bg1"/>
                </a:solidFill>
              </a:defRPr>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4" y="1535975"/>
            <a:ext cx="10513078" cy="484467"/>
          </a:xfrm>
        </p:spPr>
        <p:txBody>
          <a:bodyPr>
            <a:normAutofit/>
          </a:bodyPr>
          <a:lstStyle>
            <a:lvl1pPr marL="0" indent="0">
              <a:buNone/>
              <a:defRPr sz="2200" b="1">
                <a:solidFill>
                  <a:srgbClr val="FF7A00"/>
                </a:solidFill>
              </a:defRPr>
            </a:lvl1pPr>
          </a:lstStyle>
          <a:p>
            <a:pPr lvl="0">
              <a:buNone/>
            </a:pPr>
            <a:r>
              <a:t>This is a subtitle</a:t>
            </a:r>
          </a:p>
        </p:txBody>
      </p:sp>
      <p:sp>
        <p:nvSpPr>
          <p:cNvPr id="5" name="Tijdelijke aanduiding voor inhoud 4">
            <a:extLst>
              <a:ext uri="{FF2B5EF4-FFF2-40B4-BE49-F238E27FC236}">
                <a16:creationId xmlns:a16="http://schemas.microsoft.com/office/drawing/2014/main" id="{74A40C1D-364E-4CF5-8B69-AC6B32E4DC62}"/>
              </a:ext>
            </a:extLst>
          </p:cNvPr>
          <p:cNvSpPr>
            <a:spLocks noGrp="1"/>
          </p:cNvSpPr>
          <p:nvPr>
            <p:ph idx="15" hasCustomPrompt="1"/>
          </p:nvPr>
        </p:nvSpPr>
        <p:spPr>
          <a:xfrm>
            <a:off x="5222875" y="2286001"/>
            <a:ext cx="6129338" cy="3193916"/>
          </a:xfrm>
        </p:spPr>
        <p:txBody>
          <a:bodyPr vert="horz" lIns="0" tIns="360000" rIns="0" bIns="0">
            <a:normAutofit/>
          </a:bodyPr>
          <a:lstStyle>
            <a:lvl1pPr marL="0" indent="0" algn="ctr">
              <a:buNone/>
              <a:defRPr sz="1500">
                <a:solidFill>
                  <a:schemeClr val="bg1"/>
                </a:solidFill>
              </a:defRPr>
            </a:lvl1pPr>
          </a:lstStyle>
          <a:p>
            <a:pPr marL="358775" lvl="0" indent="-358775">
              <a:buClr>
                <a:srgbClr val="FF7A00"/>
              </a:buClr>
              <a:buNone/>
            </a:pPr>
            <a:r>
              <a:t>Graph or visualization comes here</a:t>
            </a:r>
          </a:p>
        </p:txBody>
      </p:sp>
      <p:sp>
        <p:nvSpPr>
          <p:cNvPr id="20" name="Tijdelijke aanduiding voor tekst 2">
            <a:extLst>
              <a:ext uri="{FF2B5EF4-FFF2-40B4-BE49-F238E27FC236}">
                <a16:creationId xmlns:a16="http://schemas.microsoft.com/office/drawing/2014/main" id="{75627E15-C7FF-4D72-A61F-5CD9B91BAC70}"/>
              </a:ext>
            </a:extLst>
          </p:cNvPr>
          <p:cNvSpPr>
            <a:spLocks noGrp="1"/>
          </p:cNvSpPr>
          <p:nvPr>
            <p:ph type="body" idx="16" hasCustomPrompt="1"/>
          </p:nvPr>
        </p:nvSpPr>
        <p:spPr>
          <a:xfrm>
            <a:off x="835025" y="2278063"/>
            <a:ext cx="3814146" cy="4005262"/>
          </a:xfrm>
        </p:spPr>
        <p:txBody>
          <a:bodyPr>
            <a:normAutofit/>
          </a:bodyPr>
          <a:lstStyle>
            <a:lvl1pPr>
              <a:buNone/>
              <a:defRPr sz="1800">
                <a:solidFill>
                  <a:schemeClr val="bg1"/>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marL="358775" marR="0" lvl="0" indent="-358775" algn="l" defTabSz="914400">
              <a:lnSpc>
                <a:spcPct val="112000"/>
              </a:lnSpc>
              <a:spcBef>
                <a:spcPts val="0"/>
              </a:spcBef>
              <a:spcAft>
                <a:spcPts val="300"/>
              </a:spcAft>
              <a:buClr>
                <a:srgbClr val="FF7A00"/>
              </a:buClr>
              <a:buSzTx/>
              <a:buFont typeface="Arial"/>
              <a:buChar char="•"/>
            </a:pPr>
            <a:r>
              <a:t>Click to edit the text style of the document</a:t>
            </a:r>
          </a:p>
          <a:p>
            <a:pPr lvl="1">
              <a:buNone/>
            </a:pPr>
            <a:r>
              <a:t>Text level</a:t>
            </a:r>
          </a:p>
          <a:p>
            <a:pPr lvl="2">
              <a:buNone/>
            </a:pPr>
            <a:r>
              <a:t>Text level</a:t>
            </a:r>
          </a:p>
          <a:p>
            <a:pPr lvl="3">
              <a:buNone/>
            </a:pPr>
            <a:r>
              <a:t>Text level</a:t>
            </a:r>
          </a:p>
          <a:p>
            <a:pPr lvl="4">
              <a:buNone/>
            </a:pPr>
            <a:r>
              <a:t>Text level</a:t>
            </a:r>
          </a:p>
        </p:txBody>
      </p:sp>
      <p:sp>
        <p:nvSpPr>
          <p:cNvPr id="22" name="Vrije vorm: vorm 21">
            <a:extLst>
              <a:ext uri="{FF2B5EF4-FFF2-40B4-BE49-F238E27FC236}">
                <a16:creationId xmlns:a16="http://schemas.microsoft.com/office/drawing/2014/main" id="{2A232686-31C6-47E0-8D6A-181A5B1482A9}"/>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23" name="Vrije vorm: vorm 22">
            <a:extLst>
              <a:ext uri="{FF2B5EF4-FFF2-40B4-BE49-F238E27FC236}">
                <a16:creationId xmlns:a16="http://schemas.microsoft.com/office/drawing/2014/main" id="{69E70FD9-96B4-4D24-A2E1-CF795D64ADBF}"/>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24" name="Vrije vorm: vorm 23">
            <a:extLst>
              <a:ext uri="{FF2B5EF4-FFF2-40B4-BE49-F238E27FC236}">
                <a16:creationId xmlns:a16="http://schemas.microsoft.com/office/drawing/2014/main" id="{FCA1293C-FBB7-4652-940C-CB26F0D3E377}"/>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ge slide met titel">
    <p:bg>
      <p:bgPr>
        <a:solidFill>
          <a:schemeClr val="bg1"/>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C7A49A49-D53C-4FE9-882F-B38CFAFFA250}"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4" y="1535975"/>
            <a:ext cx="10517200" cy="484467"/>
          </a:xfrm>
        </p:spPr>
        <p:txBody>
          <a:bodyPr>
            <a:normAutofit/>
          </a:bodyPr>
          <a:lstStyle>
            <a:lvl1pPr marL="0" indent="0">
              <a:buNone/>
              <a:defRPr sz="2200" b="1">
                <a:solidFill>
                  <a:srgbClr val="FF7A00"/>
                </a:solidFill>
              </a:defRPr>
            </a:lvl1pPr>
          </a:lstStyle>
          <a:p>
            <a:pPr lvl="0">
              <a:buNone/>
            </a:pPr>
            <a:r>
              <a:t>This is a subtitle</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e slide met titel - grijs">
    <p:bg>
      <p:bgPr>
        <a:solidFill>
          <a:srgbClr val="E6EBE4"/>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C7A49A49-D53C-4FE9-882F-B38CFAFFA250}"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4" y="1535975"/>
            <a:ext cx="10517200" cy="484467"/>
          </a:xfrm>
        </p:spPr>
        <p:txBody>
          <a:bodyPr>
            <a:normAutofit/>
          </a:bodyPr>
          <a:lstStyle>
            <a:lvl1pPr marL="0" indent="0">
              <a:buNone/>
              <a:defRPr sz="2200" b="1">
                <a:solidFill>
                  <a:srgbClr val="FF7A00"/>
                </a:solidFill>
              </a:defRPr>
            </a:lvl1pPr>
          </a:lstStyle>
          <a:p>
            <a:pPr lvl="0">
              <a:buNone/>
            </a:pPr>
            <a:r>
              <a:t>This is a subtitle</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e slide met titel - DiP groen">
    <p:bg>
      <p:bgPr>
        <a:solidFill>
          <a:srgbClr val="04431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24A423-1589-40B2-8549-EC2E599BFEBE}"/>
              </a:ext>
            </a:extLst>
          </p:cNvPr>
          <p:cNvPicPr>
            <a:picLocks noChangeAspect="1"/>
          </p:cNvPicPr>
          <p:nvPr/>
        </p:nvPicPr>
        <p:blipFill>
          <a:blip r:embed="rId2"/>
          <a:stretch>
            <a:fillRect/>
          </a:stretch>
        </p:blipFill>
        <p:spPr>
          <a:xfrm>
            <a:off x="2390213" y="2"/>
            <a:ext cx="7411574" cy="3414914"/>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86F68FC5-8E4B-4343-84BC-6F62CCED4FCD}" type="datetime1">
              <a:t>23-10-2026</a:t>
            </a:fld>
            <a:endParaRPr/>
          </a:p>
        </p:txBody>
      </p:sp>
      <p:sp>
        <p:nvSpPr>
          <p:cNvPr id="39" name="Titel 53">
            <a:extLst>
              <a:ext uri="{FF2B5EF4-FFF2-40B4-BE49-F238E27FC236}">
                <a16:creationId xmlns:a16="http://schemas.microsoft.com/office/drawing/2014/main" id="{D249ED36-E09B-4730-9C8F-AA02F2545633}"/>
              </a:ext>
            </a:extLst>
          </p:cNvPr>
          <p:cNvSpPr>
            <a:spLocks noGrp="1"/>
          </p:cNvSpPr>
          <p:nvPr>
            <p:ph type="title" hasCustomPrompt="1"/>
          </p:nvPr>
        </p:nvSpPr>
        <p:spPr>
          <a:xfrm>
            <a:off x="839133" y="471932"/>
            <a:ext cx="10517201" cy="945446"/>
          </a:xfrm>
        </p:spPr>
        <p:txBody>
          <a:bodyPr anchor="b">
            <a:normAutofit/>
          </a:bodyPr>
          <a:lstStyle>
            <a:lvl1pPr>
              <a:lnSpc>
                <a:spcPct val="75000"/>
              </a:lnSpc>
              <a:buNone/>
              <a:defRPr sz="4500">
                <a:solidFill>
                  <a:schemeClr val="bg1"/>
                </a:solidFill>
              </a:defRPr>
            </a:lvl1pPr>
          </a:lstStyle>
          <a:p>
            <a:r>
              <a:t>This is a title</a:t>
            </a:r>
          </a:p>
        </p:txBody>
      </p:sp>
      <p:sp>
        <p:nvSpPr>
          <p:cNvPr id="40" name="Tijdelijke aanduiding voor tekst 55">
            <a:extLst>
              <a:ext uri="{FF2B5EF4-FFF2-40B4-BE49-F238E27FC236}">
                <a16:creationId xmlns:a16="http://schemas.microsoft.com/office/drawing/2014/main" id="{BC6D9E68-7057-4B81-BF91-5CF0FBEC81C5}"/>
              </a:ext>
            </a:extLst>
          </p:cNvPr>
          <p:cNvSpPr>
            <a:spLocks noGrp="1"/>
          </p:cNvSpPr>
          <p:nvPr>
            <p:ph type="body" idx="11" hasCustomPrompt="1"/>
          </p:nvPr>
        </p:nvSpPr>
        <p:spPr>
          <a:xfrm>
            <a:off x="839134" y="1535975"/>
            <a:ext cx="10517200" cy="484467"/>
          </a:xfrm>
        </p:spPr>
        <p:txBody>
          <a:bodyPr>
            <a:normAutofit/>
          </a:bodyPr>
          <a:lstStyle>
            <a:lvl1pPr marL="0" indent="0">
              <a:buNone/>
              <a:defRPr sz="2200" b="1">
                <a:solidFill>
                  <a:srgbClr val="FF7A00"/>
                </a:solidFill>
              </a:defRPr>
            </a:lvl1pPr>
          </a:lstStyle>
          <a:p>
            <a:pPr lvl="0">
              <a:buNone/>
            </a:pPr>
            <a:r>
              <a:t>This is a subtitle</a:t>
            </a:r>
          </a:p>
        </p:txBody>
      </p:sp>
      <p:sp>
        <p:nvSpPr>
          <p:cNvPr id="14" name="Vrije vorm: vorm 13">
            <a:extLst>
              <a:ext uri="{FF2B5EF4-FFF2-40B4-BE49-F238E27FC236}">
                <a16:creationId xmlns:a16="http://schemas.microsoft.com/office/drawing/2014/main" id="{363CFFA3-240C-42A9-A283-641552466934}"/>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15" name="Vrije vorm: vorm 14">
            <a:extLst>
              <a:ext uri="{FF2B5EF4-FFF2-40B4-BE49-F238E27FC236}">
                <a16:creationId xmlns:a16="http://schemas.microsoft.com/office/drawing/2014/main" id="{B251AD48-CE60-448D-82B4-BDFF88B2A0D7}"/>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6" name="Vrije vorm: vorm 15">
            <a:extLst>
              <a:ext uri="{FF2B5EF4-FFF2-40B4-BE49-F238E27FC236}">
                <a16:creationId xmlns:a16="http://schemas.microsoft.com/office/drawing/2014/main" id="{157094ED-EDDC-4ED3-966A-AACDE902B947}"/>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ege slide">
    <p:bg>
      <p:bgPr>
        <a:solidFill>
          <a:schemeClr val="bg1"/>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78E98ADC-5C57-47D4-B4A6-0B68D632ACBF}"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ege slide - grijs">
    <p:bg>
      <p:bgPr>
        <a:solidFill>
          <a:srgbClr val="E6EBE4"/>
        </a:solidFill>
        <a:effectLst/>
      </p:bgPr>
    </p:bg>
    <p:spTree>
      <p:nvGrpSpPr>
        <p:cNvPr id="1" name=""/>
        <p:cNvGrpSpPr/>
        <p:nvPr/>
      </p:nvGrpSpPr>
      <p:grpSpPr>
        <a:xfrm>
          <a:off x="0" y="0"/>
          <a:ext cx="0" cy="0"/>
          <a:chOff x="0" y="0"/>
          <a:chExt cx="0" cy="0"/>
        </a:xfrm>
      </p:grpSpPr>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78E98ADC-5C57-47D4-B4A6-0B68D632ACBF}" type="datetime1">
              <a:t>23-10-2026</a:t>
            </a:fld>
            <a:endParaRPr/>
          </a:p>
        </p:txBody>
      </p:sp>
      <p:sp>
        <p:nvSpPr>
          <p:cNvPr id="102" name="Vrije vorm: vorm 101">
            <a:extLst>
              <a:ext uri="{FF2B5EF4-FFF2-40B4-BE49-F238E27FC236}">
                <a16:creationId xmlns:a16="http://schemas.microsoft.com/office/drawing/2014/main" id="{49DF7CA6-0FDB-434A-B619-ED5C0729F500}"/>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rgbClr val="366E1E"/>
          </a:solidFill>
          <a:ln w="21431" cap="flat">
            <a:noFill/>
            <a:prstDash val="solid"/>
            <a:miter/>
          </a:ln>
        </p:spPr>
        <p:txBody>
          <a:bodyPr anchor="ctr"/>
          <a:lstStyle/>
          <a:p>
            <a:endParaRPr/>
          </a:p>
        </p:txBody>
      </p:sp>
      <p:sp>
        <p:nvSpPr>
          <p:cNvPr id="103" name="Vrije vorm: vorm 102">
            <a:extLst>
              <a:ext uri="{FF2B5EF4-FFF2-40B4-BE49-F238E27FC236}">
                <a16:creationId xmlns:a16="http://schemas.microsoft.com/office/drawing/2014/main" id="{C2AEBD97-7722-4168-ABCA-7505805CAEA6}"/>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04" name="Vrije vorm: vorm 103">
            <a:extLst>
              <a:ext uri="{FF2B5EF4-FFF2-40B4-BE49-F238E27FC236}">
                <a16:creationId xmlns:a16="http://schemas.microsoft.com/office/drawing/2014/main" id="{961F81EA-E3AA-447E-A26C-D41947C132DA}"/>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ege slide - DiP groen">
    <p:bg>
      <p:bgPr>
        <a:solidFill>
          <a:srgbClr val="04431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AB83D4-E7EA-4221-BDE9-FE7DEE15C5DD}"/>
              </a:ext>
            </a:extLst>
          </p:cNvPr>
          <p:cNvPicPr>
            <a:picLocks noChangeAspect="1"/>
          </p:cNvPicPr>
          <p:nvPr/>
        </p:nvPicPr>
        <p:blipFill>
          <a:blip r:embed="rId2"/>
          <a:stretch>
            <a:fillRect/>
          </a:stretch>
        </p:blipFill>
        <p:spPr>
          <a:xfrm>
            <a:off x="2390213" y="2"/>
            <a:ext cx="7411574" cy="3414914"/>
          </a:xfrm>
          <a:prstGeom prst="rect">
            <a:avLst/>
          </a:prstGeom>
        </p:spPr>
      </p:pic>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FB08AF4A-4F67-4C4C-81D2-3CD4E2B1CFE1}" type="datetime1">
              <a:t>23-10-2026</a:t>
            </a:fld>
            <a:endParaRPr/>
          </a:p>
        </p:txBody>
      </p:sp>
      <p:sp>
        <p:nvSpPr>
          <p:cNvPr id="14" name="Vrije vorm: vorm 13">
            <a:extLst>
              <a:ext uri="{FF2B5EF4-FFF2-40B4-BE49-F238E27FC236}">
                <a16:creationId xmlns:a16="http://schemas.microsoft.com/office/drawing/2014/main" id="{363CFFA3-240C-42A9-A283-641552466934}"/>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15" name="Vrije vorm: vorm 14">
            <a:extLst>
              <a:ext uri="{FF2B5EF4-FFF2-40B4-BE49-F238E27FC236}">
                <a16:creationId xmlns:a16="http://schemas.microsoft.com/office/drawing/2014/main" id="{B251AD48-CE60-448D-82B4-BDFF88B2A0D7}"/>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6" name="Vrije vorm: vorm 15">
            <a:extLst>
              <a:ext uri="{FF2B5EF4-FFF2-40B4-BE49-F238E27FC236}">
                <a16:creationId xmlns:a16="http://schemas.microsoft.com/office/drawing/2014/main" id="{157094ED-EDDC-4ED3-966A-AACDE902B947}"/>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edankt slide">
    <p:bg>
      <p:bgPr>
        <a:solidFill>
          <a:srgbClr val="FAF9F5"/>
        </a:solidFill>
        <a:effectLst/>
      </p:bgPr>
    </p:bg>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60ACD4D4-5C1D-418E-9588-D522D901D229}"/>
              </a:ext>
            </a:extLst>
          </p:cNvPr>
          <p:cNvPicPr>
            <a:picLocks noChangeAspect="1"/>
          </p:cNvPicPr>
          <p:nvPr/>
        </p:nvPicPr>
        <p:blipFill rotWithShape="1">
          <a:blip r:embed="rId2"/>
          <a:srcRect t="18817" b="673"/>
          <a:stretch/>
        </p:blipFill>
        <p:spPr>
          <a:xfrm>
            <a:off x="0" y="0"/>
            <a:ext cx="12192000" cy="6543675"/>
          </a:xfrm>
          <a:prstGeom prst="rect">
            <a:avLst/>
          </a:prstGeom>
        </p:spPr>
      </p:pic>
      <p:sp>
        <p:nvSpPr>
          <p:cNvPr id="2" name="Rechthoek 1">
            <a:extLst>
              <a:ext uri="{FF2B5EF4-FFF2-40B4-BE49-F238E27FC236}">
                <a16:creationId xmlns:a16="http://schemas.microsoft.com/office/drawing/2014/main" id="{7946F670-85B5-4376-9273-11E30FA60C9E}"/>
              </a:ext>
            </a:extLst>
          </p:cNvPr>
          <p:cNvSpPr>
            <a:spLocks noGrp="1"/>
          </p:cNvSpPr>
          <p:nvPr/>
        </p:nvSpPr>
        <p:spPr>
          <a:xfrm>
            <a:off x="0" y="6911"/>
            <a:ext cx="12192000" cy="6543675"/>
          </a:xfrm>
          <a:prstGeom prst="rect">
            <a:avLst/>
          </a:prstGeom>
          <a:gradFill>
            <a:gsLst>
              <a:gs pos="0">
                <a:srgbClr val="10341C">
                  <a:alpha val="70000"/>
                </a:srgbClr>
              </a:gs>
              <a:gs pos="100000">
                <a:srgbClr val="044318">
                  <a:alpha val="5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9" name="Tijdelijke aanduiding voor datum 78">
            <a:extLst>
              <a:ext uri="{FF2B5EF4-FFF2-40B4-BE49-F238E27FC236}">
                <a16:creationId xmlns:a16="http://schemas.microsoft.com/office/drawing/2014/main" id="{D21534E4-6606-4805-8855-B3D6407A056A}"/>
              </a:ext>
            </a:extLst>
          </p:cNvPr>
          <p:cNvSpPr>
            <a:spLocks noGrp="1"/>
          </p:cNvSpPr>
          <p:nvPr>
            <p:ph type="dt" idx="12"/>
          </p:nvPr>
        </p:nvSpPr>
        <p:spPr/>
        <p:txBody>
          <a:bodyPr/>
          <a:lstStyle/>
          <a:p>
            <a:fld id="{26CF0F6D-B170-41EC-A50A-55D14CC3FA55}" type="datetime1">
              <a:t>23-10-2026</a:t>
            </a:fld>
            <a:endParaRPr/>
          </a:p>
        </p:txBody>
      </p:sp>
      <p:sp>
        <p:nvSpPr>
          <p:cNvPr id="60" name="Titel 53">
            <a:extLst>
              <a:ext uri="{FF2B5EF4-FFF2-40B4-BE49-F238E27FC236}">
                <a16:creationId xmlns:a16="http://schemas.microsoft.com/office/drawing/2014/main" id="{C85A7B59-0EB5-4C21-9B15-AF210571C9C8}"/>
              </a:ext>
            </a:extLst>
          </p:cNvPr>
          <p:cNvSpPr>
            <a:spLocks noGrp="1"/>
          </p:cNvSpPr>
          <p:nvPr>
            <p:ph type="title" hasCustomPrompt="1"/>
          </p:nvPr>
        </p:nvSpPr>
        <p:spPr>
          <a:xfrm>
            <a:off x="747693" y="2575736"/>
            <a:ext cx="7512131" cy="2456045"/>
          </a:xfrm>
        </p:spPr>
        <p:txBody>
          <a:bodyPr anchor="b">
            <a:noAutofit/>
          </a:bodyPr>
          <a:lstStyle>
            <a:lvl1pPr>
              <a:lnSpc>
                <a:spcPct val="75000"/>
              </a:lnSpc>
              <a:buNone/>
              <a:defRPr sz="11000">
                <a:solidFill>
                  <a:schemeClr val="bg1"/>
                </a:solidFill>
              </a:defRPr>
            </a:lvl1pPr>
          </a:lstStyle>
          <a:p>
            <a:r>
              <a:t>Thanks!</a:t>
            </a:r>
          </a:p>
        </p:txBody>
      </p:sp>
      <p:sp>
        <p:nvSpPr>
          <p:cNvPr id="61" name="Tijdelijke aanduiding voor tekst 55">
            <a:extLst>
              <a:ext uri="{FF2B5EF4-FFF2-40B4-BE49-F238E27FC236}">
                <a16:creationId xmlns:a16="http://schemas.microsoft.com/office/drawing/2014/main" id="{A7800024-F83F-4226-AD14-A09925C4B91B}"/>
              </a:ext>
            </a:extLst>
          </p:cNvPr>
          <p:cNvSpPr>
            <a:spLocks noGrp="1"/>
          </p:cNvSpPr>
          <p:nvPr>
            <p:ph type="body" idx="11" hasCustomPrompt="1"/>
          </p:nvPr>
        </p:nvSpPr>
        <p:spPr>
          <a:xfrm>
            <a:off x="747693" y="5175778"/>
            <a:ext cx="7512131" cy="484467"/>
          </a:xfrm>
        </p:spPr>
        <p:txBody>
          <a:bodyPr lIns="72000">
            <a:normAutofit/>
          </a:bodyPr>
          <a:lstStyle>
            <a:lvl1pPr marL="0" indent="0">
              <a:buNone/>
              <a:defRPr sz="2200" b="1">
                <a:solidFill>
                  <a:schemeClr val="bg1"/>
                </a:solidFill>
              </a:defRPr>
            </a:lvl1pPr>
          </a:lstStyle>
          <a:p>
            <a:pPr lvl="0">
              <a:buNone/>
            </a:pPr>
            <a:r>
              <a:t>Lorem ipsum dolor sir amet</a:t>
            </a:r>
          </a:p>
        </p:txBody>
      </p:sp>
      <p:sp>
        <p:nvSpPr>
          <p:cNvPr id="17" name="Vrije vorm: vorm 16">
            <a:extLst>
              <a:ext uri="{FF2B5EF4-FFF2-40B4-BE49-F238E27FC236}">
                <a16:creationId xmlns:a16="http://schemas.microsoft.com/office/drawing/2014/main" id="{6954DD50-28D9-4B38-B102-EF081A959A97}"/>
              </a:ext>
            </a:extLst>
          </p:cNvPr>
          <p:cNvSpPr>
            <a:spLocks noGrp="1"/>
          </p:cNvSpPr>
          <p:nvPr/>
        </p:nvSpPr>
        <p:spPr>
          <a:xfrm>
            <a:off x="10550228" y="5920578"/>
            <a:ext cx="806107" cy="364396"/>
          </a:xfrm>
          <a:custGeom>
            <a:avLst/>
            <a:gdLst>
              <a:gd name="connsiteX0" fmla="*/ 1159497 w 1386932"/>
              <a:gd name="connsiteY0" fmla="*/ 624350 h 626956"/>
              <a:gd name="connsiteX1" fmla="*/ 1159497 w 1386932"/>
              <a:gd name="connsiteY1" fmla="*/ 357541 h 626956"/>
              <a:gd name="connsiteX2" fmla="*/ 1281398 w 1386932"/>
              <a:gd name="connsiteY2" fmla="*/ 357541 h 626956"/>
              <a:gd name="connsiteX3" fmla="*/ 1363527 w 1386932"/>
              <a:gd name="connsiteY3" fmla="*/ 429134 h 626956"/>
              <a:gd name="connsiteX4" fmla="*/ 1299028 w 1386932"/>
              <a:gd name="connsiteY4" fmla="*/ 509328 h 626956"/>
              <a:gd name="connsiteX5" fmla="*/ 1385026 w 1386932"/>
              <a:gd name="connsiteY5" fmla="*/ 624780 h 626956"/>
              <a:gd name="connsiteX6" fmla="*/ 1322463 w 1386932"/>
              <a:gd name="connsiteY6" fmla="*/ 624780 h 626956"/>
              <a:gd name="connsiteX7" fmla="*/ 1240764 w 1386932"/>
              <a:gd name="connsiteY7" fmla="*/ 508253 h 626956"/>
              <a:gd name="connsiteX8" fmla="*/ 1240764 w 1386932"/>
              <a:gd name="connsiteY8" fmla="*/ 485678 h 626956"/>
              <a:gd name="connsiteX9" fmla="*/ 1312143 w 1386932"/>
              <a:gd name="connsiteY9" fmla="*/ 430639 h 626956"/>
              <a:gd name="connsiteX10" fmla="*/ 1278819 w 1386932"/>
              <a:gd name="connsiteY10" fmla="*/ 401185 h 626956"/>
              <a:gd name="connsiteX11" fmla="*/ 1210666 w 1386932"/>
              <a:gd name="connsiteY11" fmla="*/ 401185 h 626956"/>
              <a:gd name="connsiteX12" fmla="*/ 1210666 w 1386932"/>
              <a:gd name="connsiteY12" fmla="*/ 624350 h 626956"/>
              <a:gd name="connsiteX13" fmla="*/ 1159927 w 1386932"/>
              <a:gd name="connsiteY13" fmla="*/ 624350 h 626956"/>
              <a:gd name="connsiteX14" fmla="*/ 1112843 w 1386932"/>
              <a:gd name="connsiteY14" fmla="*/ 357541 h 626956"/>
              <a:gd name="connsiteX15" fmla="*/ 1112843 w 1386932"/>
              <a:gd name="connsiteY15" fmla="*/ 400540 h 626956"/>
              <a:gd name="connsiteX16" fmla="*/ 978471 w 1386932"/>
              <a:gd name="connsiteY16" fmla="*/ 400540 h 626956"/>
              <a:gd name="connsiteX17" fmla="*/ 978471 w 1386932"/>
              <a:gd name="connsiteY17" fmla="*/ 467834 h 626956"/>
              <a:gd name="connsiteX18" fmla="*/ 1106392 w 1386932"/>
              <a:gd name="connsiteY18" fmla="*/ 467834 h 626956"/>
              <a:gd name="connsiteX19" fmla="*/ 1106392 w 1386932"/>
              <a:gd name="connsiteY19" fmla="*/ 512123 h 626956"/>
              <a:gd name="connsiteX20" fmla="*/ 977395 w 1386932"/>
              <a:gd name="connsiteY20" fmla="*/ 512123 h 626956"/>
              <a:gd name="connsiteX21" fmla="*/ 977395 w 1386932"/>
              <a:gd name="connsiteY21" fmla="*/ 582211 h 626956"/>
              <a:gd name="connsiteX22" fmla="*/ 1114992 w 1386932"/>
              <a:gd name="connsiteY22" fmla="*/ 582211 h 626956"/>
              <a:gd name="connsiteX23" fmla="*/ 1114992 w 1386932"/>
              <a:gd name="connsiteY23" fmla="*/ 625210 h 626956"/>
              <a:gd name="connsiteX24" fmla="*/ 928807 w 1386932"/>
              <a:gd name="connsiteY24" fmla="*/ 625210 h 626956"/>
              <a:gd name="connsiteX25" fmla="*/ 928807 w 1386932"/>
              <a:gd name="connsiteY25" fmla="*/ 357541 h 626956"/>
              <a:gd name="connsiteX26" fmla="*/ 536226 w 1386932"/>
              <a:gd name="connsiteY26" fmla="*/ 357541 h 626956"/>
              <a:gd name="connsiteX27" fmla="*/ 586750 w 1386932"/>
              <a:gd name="connsiteY27" fmla="*/ 357541 h 626956"/>
              <a:gd name="connsiteX28" fmla="*/ 615344 w 1386932"/>
              <a:gd name="connsiteY28" fmla="*/ 549316 h 626956"/>
              <a:gd name="connsiteX29" fmla="*/ 685218 w 1386932"/>
              <a:gd name="connsiteY29" fmla="*/ 357541 h 626956"/>
              <a:gd name="connsiteX30" fmla="*/ 732946 w 1386932"/>
              <a:gd name="connsiteY30" fmla="*/ 357541 h 626956"/>
              <a:gd name="connsiteX31" fmla="*/ 797444 w 1386932"/>
              <a:gd name="connsiteY31" fmla="*/ 542007 h 626956"/>
              <a:gd name="connsiteX32" fmla="*/ 827759 w 1386932"/>
              <a:gd name="connsiteY32" fmla="*/ 357541 h 626956"/>
              <a:gd name="connsiteX33" fmla="*/ 877208 w 1386932"/>
              <a:gd name="connsiteY33" fmla="*/ 357541 h 626956"/>
              <a:gd name="connsiteX34" fmla="*/ 826685 w 1386932"/>
              <a:gd name="connsiteY34" fmla="*/ 624780 h 626956"/>
              <a:gd name="connsiteX35" fmla="*/ 779386 w 1386932"/>
              <a:gd name="connsiteY35" fmla="*/ 624780 h 626956"/>
              <a:gd name="connsiteX36" fmla="*/ 705212 w 1386932"/>
              <a:gd name="connsiteY36" fmla="*/ 415160 h 626956"/>
              <a:gd name="connsiteX37" fmla="*/ 626094 w 1386932"/>
              <a:gd name="connsiteY37" fmla="*/ 624780 h 626956"/>
              <a:gd name="connsiteX38" fmla="*/ 579440 w 1386932"/>
              <a:gd name="connsiteY38" fmla="*/ 624780 h 626956"/>
              <a:gd name="connsiteX39" fmla="*/ 232223 w 1386932"/>
              <a:gd name="connsiteY39" fmla="*/ 491483 h 626956"/>
              <a:gd name="connsiteX40" fmla="*/ 366810 w 1386932"/>
              <a:gd name="connsiteY40" fmla="*/ 355606 h 626956"/>
              <a:gd name="connsiteX41" fmla="*/ 499246 w 1386932"/>
              <a:gd name="connsiteY41" fmla="*/ 491483 h 626956"/>
              <a:gd name="connsiteX42" fmla="*/ 366810 w 1386932"/>
              <a:gd name="connsiteY42" fmla="*/ 626500 h 626956"/>
              <a:gd name="connsiteX43" fmla="*/ 232223 w 1386932"/>
              <a:gd name="connsiteY43" fmla="*/ 491483 h 626956"/>
              <a:gd name="connsiteX44" fmla="*/ 366810 w 1386932"/>
              <a:gd name="connsiteY44" fmla="*/ 583501 h 626956"/>
              <a:gd name="connsiteX45" fmla="*/ 447864 w 1386932"/>
              <a:gd name="connsiteY45" fmla="*/ 490408 h 626956"/>
              <a:gd name="connsiteX46" fmla="*/ 366810 w 1386932"/>
              <a:gd name="connsiteY46" fmla="*/ 398605 h 626956"/>
              <a:gd name="connsiteX47" fmla="*/ 283607 w 1386932"/>
              <a:gd name="connsiteY47" fmla="*/ 490408 h 626956"/>
              <a:gd name="connsiteX48" fmla="*/ 366380 w 1386932"/>
              <a:gd name="connsiteY48" fmla="*/ 583501 h 626956"/>
              <a:gd name="connsiteX49" fmla="*/ -402 w 1386932"/>
              <a:gd name="connsiteY49" fmla="*/ 624780 h 626956"/>
              <a:gd name="connsiteX50" fmla="*/ -402 w 1386932"/>
              <a:gd name="connsiteY50" fmla="*/ 357541 h 626956"/>
              <a:gd name="connsiteX51" fmla="*/ 119566 w 1386932"/>
              <a:gd name="connsiteY51" fmla="*/ 357541 h 626956"/>
              <a:gd name="connsiteX52" fmla="*/ 201694 w 1386932"/>
              <a:gd name="connsiteY52" fmla="*/ 432789 h 626956"/>
              <a:gd name="connsiteX53" fmla="*/ 89466 w 1386932"/>
              <a:gd name="connsiteY53" fmla="*/ 531687 h 626956"/>
              <a:gd name="connsiteX54" fmla="*/ 82157 w 1386932"/>
              <a:gd name="connsiteY54" fmla="*/ 487613 h 626956"/>
              <a:gd name="connsiteX55" fmla="*/ 149664 w 1386932"/>
              <a:gd name="connsiteY55" fmla="*/ 434295 h 626956"/>
              <a:gd name="connsiteX56" fmla="*/ 124918 w 1386932"/>
              <a:gd name="connsiteY56" fmla="*/ 401164 h 626956"/>
              <a:gd name="connsiteX57" fmla="*/ 116340 w 1386932"/>
              <a:gd name="connsiteY57" fmla="*/ 401185 h 626956"/>
              <a:gd name="connsiteX58" fmla="*/ 49262 w 1386932"/>
              <a:gd name="connsiteY58" fmla="*/ 401185 h 626956"/>
              <a:gd name="connsiteX59" fmla="*/ 49262 w 1386932"/>
              <a:gd name="connsiteY59" fmla="*/ 624780 h 626956"/>
              <a:gd name="connsiteX60" fmla="*/ 1278603 w 1386932"/>
              <a:gd name="connsiteY60" fmla="*/ 1295 h 626956"/>
              <a:gd name="connsiteX61" fmla="*/ 1278603 w 1386932"/>
              <a:gd name="connsiteY61" fmla="*/ 225320 h 626956"/>
              <a:gd name="connsiteX62" fmla="*/ 1386101 w 1386932"/>
              <a:gd name="connsiteY62" fmla="*/ 225320 h 626956"/>
              <a:gd name="connsiteX63" fmla="*/ 1386101 w 1386932"/>
              <a:gd name="connsiteY63" fmla="*/ 268319 h 626956"/>
              <a:gd name="connsiteX64" fmla="*/ 1229800 w 1386932"/>
              <a:gd name="connsiteY64" fmla="*/ 268319 h 626956"/>
              <a:gd name="connsiteX65" fmla="*/ 1229800 w 1386932"/>
              <a:gd name="connsiteY65" fmla="*/ 1510 h 626956"/>
              <a:gd name="connsiteX66" fmla="*/ 962347 w 1386932"/>
              <a:gd name="connsiteY66" fmla="*/ 268319 h 626956"/>
              <a:gd name="connsiteX67" fmla="*/ 911393 w 1386932"/>
              <a:gd name="connsiteY67" fmla="*/ 268319 h 626956"/>
              <a:gd name="connsiteX68" fmla="*/ 1025125 w 1386932"/>
              <a:gd name="connsiteY68" fmla="*/ 1295 h 626956"/>
              <a:gd name="connsiteX69" fmla="*/ 1078658 w 1386932"/>
              <a:gd name="connsiteY69" fmla="*/ 1295 h 626956"/>
              <a:gd name="connsiteX70" fmla="*/ 1194971 w 1386932"/>
              <a:gd name="connsiteY70" fmla="*/ 268319 h 626956"/>
              <a:gd name="connsiteX71" fmla="*/ 1141436 w 1386932"/>
              <a:gd name="connsiteY71" fmla="*/ 268319 h 626956"/>
              <a:gd name="connsiteX72" fmla="*/ 1110908 w 1386932"/>
              <a:gd name="connsiteY72" fmla="*/ 195435 h 626956"/>
              <a:gd name="connsiteX73" fmla="*/ 1021255 w 1386932"/>
              <a:gd name="connsiteY73" fmla="*/ 195435 h 626956"/>
              <a:gd name="connsiteX74" fmla="*/ 1038454 w 1386932"/>
              <a:gd name="connsiteY74" fmla="*/ 152436 h 626956"/>
              <a:gd name="connsiteX75" fmla="*/ 1092203 w 1386932"/>
              <a:gd name="connsiteY75" fmla="*/ 152436 h 626956"/>
              <a:gd name="connsiteX76" fmla="*/ 1049204 w 1386932"/>
              <a:gd name="connsiteY76" fmla="*/ 52248 h 626956"/>
              <a:gd name="connsiteX77" fmla="*/ 936116 w 1386932"/>
              <a:gd name="connsiteY77" fmla="*/ 1295 h 626956"/>
              <a:gd name="connsiteX78" fmla="*/ 936116 w 1386932"/>
              <a:gd name="connsiteY78" fmla="*/ 44294 h 626956"/>
              <a:gd name="connsiteX79" fmla="*/ 859148 w 1386932"/>
              <a:gd name="connsiteY79" fmla="*/ 44294 h 626956"/>
              <a:gd name="connsiteX80" fmla="*/ 859148 w 1386932"/>
              <a:gd name="connsiteY80" fmla="*/ 268533 h 626956"/>
              <a:gd name="connsiteX81" fmla="*/ 809484 w 1386932"/>
              <a:gd name="connsiteY81" fmla="*/ 268533 h 626956"/>
              <a:gd name="connsiteX82" fmla="*/ 809484 w 1386932"/>
              <a:gd name="connsiteY82" fmla="*/ 44294 h 626956"/>
              <a:gd name="connsiteX83" fmla="*/ 732517 w 1386932"/>
              <a:gd name="connsiteY83" fmla="*/ 44294 h 626956"/>
              <a:gd name="connsiteX84" fmla="*/ 732517 w 1386932"/>
              <a:gd name="connsiteY84" fmla="*/ 1295 h 626956"/>
              <a:gd name="connsiteX85" fmla="*/ 692742 w 1386932"/>
              <a:gd name="connsiteY85" fmla="*/ 1295 h 626956"/>
              <a:gd name="connsiteX86" fmla="*/ 692742 w 1386932"/>
              <a:gd name="connsiteY86" fmla="*/ 268319 h 626956"/>
              <a:gd name="connsiteX87" fmla="*/ 643078 w 1386932"/>
              <a:gd name="connsiteY87" fmla="*/ 268319 h 626956"/>
              <a:gd name="connsiteX88" fmla="*/ 643078 w 1386932"/>
              <a:gd name="connsiteY88" fmla="*/ 1510 h 626956"/>
              <a:gd name="connsiteX89" fmla="*/ 597715 w 1386932"/>
              <a:gd name="connsiteY89" fmla="*/ 256279 h 626956"/>
              <a:gd name="connsiteX90" fmla="*/ 516446 w 1386932"/>
              <a:gd name="connsiteY90" fmla="*/ 270469 h 626956"/>
              <a:gd name="connsiteX91" fmla="*/ 374550 w 1386932"/>
              <a:gd name="connsiteY91" fmla="*/ 131152 h 626956"/>
              <a:gd name="connsiteX92" fmla="*/ 519027 w 1386932"/>
              <a:gd name="connsiteY92" fmla="*/ -425 h 626956"/>
              <a:gd name="connsiteX93" fmla="*/ 597715 w 1386932"/>
              <a:gd name="connsiteY93" fmla="*/ 12689 h 626956"/>
              <a:gd name="connsiteX94" fmla="*/ 597715 w 1386932"/>
              <a:gd name="connsiteY94" fmla="*/ 57409 h 626956"/>
              <a:gd name="connsiteX95" fmla="*/ 522681 w 1386932"/>
              <a:gd name="connsiteY95" fmla="*/ 42574 h 626956"/>
              <a:gd name="connsiteX96" fmla="*/ 426149 w 1386932"/>
              <a:gd name="connsiteY96" fmla="*/ 131152 h 626956"/>
              <a:gd name="connsiteX97" fmla="*/ 517307 w 1386932"/>
              <a:gd name="connsiteY97" fmla="*/ 227470 h 626956"/>
              <a:gd name="connsiteX98" fmla="*/ 548051 w 1386932"/>
              <a:gd name="connsiteY98" fmla="*/ 222954 h 626956"/>
              <a:gd name="connsiteX99" fmla="*/ 548051 w 1386932"/>
              <a:gd name="connsiteY99" fmla="*/ 145341 h 626956"/>
              <a:gd name="connsiteX100" fmla="*/ 597715 w 1386932"/>
              <a:gd name="connsiteY100" fmla="*/ 145341 h 626956"/>
              <a:gd name="connsiteX101" fmla="*/ 325961 w 1386932"/>
              <a:gd name="connsiteY101" fmla="*/ 1510 h 626956"/>
              <a:gd name="connsiteX102" fmla="*/ 325961 w 1386932"/>
              <a:gd name="connsiteY102" fmla="*/ 268533 h 626956"/>
              <a:gd name="connsiteX103" fmla="*/ 276297 w 1386932"/>
              <a:gd name="connsiteY103" fmla="*/ 268533 h 626956"/>
              <a:gd name="connsiteX104" fmla="*/ 276297 w 1386932"/>
              <a:gd name="connsiteY104" fmla="*/ 1510 h 626956"/>
              <a:gd name="connsiteX105" fmla="*/ -832 w 1386932"/>
              <a:gd name="connsiteY105" fmla="*/ 268533 h 626956"/>
              <a:gd name="connsiteX106" fmla="*/ -832 w 1386932"/>
              <a:gd name="connsiteY106" fmla="*/ 1510 h 626956"/>
              <a:gd name="connsiteX107" fmla="*/ 103226 w 1386932"/>
              <a:gd name="connsiteY107" fmla="*/ 1510 h 626956"/>
              <a:gd name="connsiteX108" fmla="*/ 236523 w 1386932"/>
              <a:gd name="connsiteY108" fmla="*/ 127712 h 626956"/>
              <a:gd name="connsiteX109" fmla="*/ 103226 w 1386932"/>
              <a:gd name="connsiteY109" fmla="*/ 268533 h 626956"/>
              <a:gd name="connsiteX110" fmla="*/ 104086 w 1386932"/>
              <a:gd name="connsiteY110" fmla="*/ 225534 h 626956"/>
              <a:gd name="connsiteX111" fmla="*/ 187504 w 1386932"/>
              <a:gd name="connsiteY111" fmla="*/ 127712 h 626956"/>
              <a:gd name="connsiteX112" fmla="*/ 104086 w 1386932"/>
              <a:gd name="connsiteY112" fmla="*/ 44294 h 626956"/>
              <a:gd name="connsiteX113" fmla="*/ 48832 w 1386932"/>
              <a:gd name="connsiteY113" fmla="*/ 44294 h 626956"/>
              <a:gd name="connsiteX114" fmla="*/ 48832 w 1386932"/>
              <a:gd name="connsiteY114" fmla="*/ 225534 h 626956"/>
            </a:gdLst>
            <a:ahLst/>
            <a:cxnLst/>
            <a:rect l="l" t="t" r="r" b="b"/>
            <a:pathLst>
              <a:path w="1386932" h="626956">
                <a:moveTo>
                  <a:pt x="1159497" y="624350"/>
                </a:moveTo>
                <a:lnTo>
                  <a:pt x="1159497" y="357541"/>
                </a:lnTo>
                <a:lnTo>
                  <a:pt x="1281398" y="357541"/>
                </a:lnTo>
                <a:cubicBezTo>
                  <a:pt x="1336287" y="357541"/>
                  <a:pt x="1363678" y="381405"/>
                  <a:pt x="1363527" y="429134"/>
                </a:cubicBezTo>
                <a:cubicBezTo>
                  <a:pt x="1363527" y="461384"/>
                  <a:pt x="1342027" y="488108"/>
                  <a:pt x="1299028" y="509328"/>
                </a:cubicBezTo>
                <a:lnTo>
                  <a:pt x="1385026" y="624780"/>
                </a:lnTo>
                <a:lnTo>
                  <a:pt x="1322463" y="624780"/>
                </a:lnTo>
                <a:lnTo>
                  <a:pt x="1240764" y="508253"/>
                </a:lnTo>
                <a:lnTo>
                  <a:pt x="1240764" y="485678"/>
                </a:lnTo>
                <a:cubicBezTo>
                  <a:pt x="1288278" y="477723"/>
                  <a:pt x="1312143" y="459234"/>
                  <a:pt x="1312143" y="430639"/>
                </a:cubicBezTo>
                <a:cubicBezTo>
                  <a:pt x="1312143" y="410860"/>
                  <a:pt x="1300964" y="401185"/>
                  <a:pt x="1278819" y="401185"/>
                </a:cubicBezTo>
                <a:lnTo>
                  <a:pt x="1210666" y="401185"/>
                </a:lnTo>
                <a:lnTo>
                  <a:pt x="1210666" y="624350"/>
                </a:lnTo>
                <a:lnTo>
                  <a:pt x="1159927" y="624350"/>
                </a:lnTo>
                <a:moveTo>
                  <a:pt x="1112843" y="357541"/>
                </a:moveTo>
                <a:lnTo>
                  <a:pt x="1112843" y="400540"/>
                </a:lnTo>
                <a:lnTo>
                  <a:pt x="978471" y="400540"/>
                </a:lnTo>
                <a:lnTo>
                  <a:pt x="978471" y="467834"/>
                </a:lnTo>
                <a:lnTo>
                  <a:pt x="1106392" y="467834"/>
                </a:lnTo>
                <a:lnTo>
                  <a:pt x="1106392" y="512123"/>
                </a:lnTo>
                <a:lnTo>
                  <a:pt x="977395" y="512123"/>
                </a:lnTo>
                <a:lnTo>
                  <a:pt x="977395" y="582211"/>
                </a:lnTo>
                <a:lnTo>
                  <a:pt x="1114992" y="582211"/>
                </a:lnTo>
                <a:lnTo>
                  <a:pt x="1114992" y="625210"/>
                </a:lnTo>
                <a:lnTo>
                  <a:pt x="928807" y="625210"/>
                </a:lnTo>
                <a:lnTo>
                  <a:pt x="928807" y="357541"/>
                </a:lnTo>
                <a:close/>
                <a:moveTo>
                  <a:pt x="536226" y="357541"/>
                </a:moveTo>
                <a:lnTo>
                  <a:pt x="586750" y="357541"/>
                </a:lnTo>
                <a:lnTo>
                  <a:pt x="615344" y="549316"/>
                </a:lnTo>
                <a:lnTo>
                  <a:pt x="685218" y="357541"/>
                </a:lnTo>
                <a:lnTo>
                  <a:pt x="732946" y="357541"/>
                </a:lnTo>
                <a:lnTo>
                  <a:pt x="797444" y="542007"/>
                </a:lnTo>
                <a:lnTo>
                  <a:pt x="827759" y="357541"/>
                </a:lnTo>
                <a:lnTo>
                  <a:pt x="877208" y="357541"/>
                </a:lnTo>
                <a:lnTo>
                  <a:pt x="826685" y="624780"/>
                </a:lnTo>
                <a:lnTo>
                  <a:pt x="779386" y="624780"/>
                </a:lnTo>
                <a:lnTo>
                  <a:pt x="705212" y="415160"/>
                </a:lnTo>
                <a:lnTo>
                  <a:pt x="626094" y="624780"/>
                </a:lnTo>
                <a:lnTo>
                  <a:pt x="579440" y="624780"/>
                </a:lnTo>
                <a:close/>
                <a:moveTo>
                  <a:pt x="232223" y="491483"/>
                </a:moveTo>
                <a:cubicBezTo>
                  <a:pt x="232223" y="400906"/>
                  <a:pt x="277092" y="355606"/>
                  <a:pt x="366810" y="355606"/>
                </a:cubicBezTo>
                <a:cubicBezTo>
                  <a:pt x="456527" y="355606"/>
                  <a:pt x="500687" y="400906"/>
                  <a:pt x="499246" y="491483"/>
                </a:cubicBezTo>
                <a:cubicBezTo>
                  <a:pt x="499246" y="581631"/>
                  <a:pt x="455108" y="626650"/>
                  <a:pt x="366810" y="626500"/>
                </a:cubicBezTo>
                <a:cubicBezTo>
                  <a:pt x="280812" y="626500"/>
                  <a:pt x="235942" y="581501"/>
                  <a:pt x="232223" y="491483"/>
                </a:cubicBezTo>
                <a:close/>
                <a:moveTo>
                  <a:pt x="366810" y="583501"/>
                </a:moveTo>
                <a:cubicBezTo>
                  <a:pt x="420710" y="583501"/>
                  <a:pt x="447713" y="552477"/>
                  <a:pt x="447864" y="490408"/>
                </a:cubicBezTo>
                <a:cubicBezTo>
                  <a:pt x="447864" y="429349"/>
                  <a:pt x="420774" y="398605"/>
                  <a:pt x="366810" y="398605"/>
                </a:cubicBezTo>
                <a:cubicBezTo>
                  <a:pt x="312846" y="398605"/>
                  <a:pt x="283607" y="429349"/>
                  <a:pt x="283607" y="490408"/>
                </a:cubicBezTo>
                <a:cubicBezTo>
                  <a:pt x="283607" y="551466"/>
                  <a:pt x="310911" y="583501"/>
                  <a:pt x="366380" y="583501"/>
                </a:cubicBezTo>
                <a:close/>
                <a:moveTo>
                  <a:pt x="-402" y="624780"/>
                </a:moveTo>
                <a:lnTo>
                  <a:pt x="-402" y="357541"/>
                </a:lnTo>
                <a:lnTo>
                  <a:pt x="119566" y="357541"/>
                </a:lnTo>
                <a:cubicBezTo>
                  <a:pt x="174325" y="357541"/>
                  <a:pt x="201694" y="382631"/>
                  <a:pt x="201694" y="432789"/>
                </a:cubicBezTo>
                <a:cubicBezTo>
                  <a:pt x="201694" y="487183"/>
                  <a:pt x="164285" y="520293"/>
                  <a:pt x="89466" y="531687"/>
                </a:cubicBezTo>
                <a:lnTo>
                  <a:pt x="82157" y="487613"/>
                </a:lnTo>
                <a:cubicBezTo>
                  <a:pt x="127305" y="479443"/>
                  <a:pt x="149664" y="461814"/>
                  <a:pt x="149664" y="434295"/>
                </a:cubicBezTo>
                <a:cubicBezTo>
                  <a:pt x="151987" y="418320"/>
                  <a:pt x="140914" y="403486"/>
                  <a:pt x="124918" y="401164"/>
                </a:cubicBezTo>
                <a:cubicBezTo>
                  <a:pt x="122081" y="400734"/>
                  <a:pt x="119179" y="400755"/>
                  <a:pt x="116340" y="401185"/>
                </a:cubicBezTo>
                <a:lnTo>
                  <a:pt x="49262" y="401185"/>
                </a:lnTo>
                <a:lnTo>
                  <a:pt x="49262" y="624780"/>
                </a:lnTo>
                <a:close/>
                <a:moveTo>
                  <a:pt x="1278603" y="1295"/>
                </a:moveTo>
                <a:lnTo>
                  <a:pt x="1278603" y="225320"/>
                </a:lnTo>
                <a:lnTo>
                  <a:pt x="1386101" y="225320"/>
                </a:lnTo>
                <a:lnTo>
                  <a:pt x="1386101" y="268319"/>
                </a:lnTo>
                <a:lnTo>
                  <a:pt x="1229800" y="268319"/>
                </a:lnTo>
                <a:lnTo>
                  <a:pt x="1229800" y="1510"/>
                </a:lnTo>
                <a:close/>
                <a:moveTo>
                  <a:pt x="962347" y="268319"/>
                </a:moveTo>
                <a:lnTo>
                  <a:pt x="911393" y="268319"/>
                </a:lnTo>
                <a:lnTo>
                  <a:pt x="1025125" y="1295"/>
                </a:lnTo>
                <a:lnTo>
                  <a:pt x="1078658" y="1295"/>
                </a:lnTo>
                <a:lnTo>
                  <a:pt x="1194971" y="268319"/>
                </a:lnTo>
                <a:lnTo>
                  <a:pt x="1141436" y="268319"/>
                </a:lnTo>
                <a:lnTo>
                  <a:pt x="1110908" y="195435"/>
                </a:lnTo>
                <a:lnTo>
                  <a:pt x="1021255" y="195435"/>
                </a:lnTo>
                <a:lnTo>
                  <a:pt x="1038454" y="152436"/>
                </a:lnTo>
                <a:lnTo>
                  <a:pt x="1092203" y="152436"/>
                </a:lnTo>
                <a:lnTo>
                  <a:pt x="1049204" y="52248"/>
                </a:lnTo>
                <a:close/>
                <a:moveTo>
                  <a:pt x="936116" y="1295"/>
                </a:moveTo>
                <a:lnTo>
                  <a:pt x="936116" y="44294"/>
                </a:lnTo>
                <a:lnTo>
                  <a:pt x="859148" y="44294"/>
                </a:lnTo>
                <a:lnTo>
                  <a:pt x="859148" y="268533"/>
                </a:lnTo>
                <a:lnTo>
                  <a:pt x="809484" y="268533"/>
                </a:lnTo>
                <a:lnTo>
                  <a:pt x="809484" y="44294"/>
                </a:lnTo>
                <a:lnTo>
                  <a:pt x="732517" y="44294"/>
                </a:lnTo>
                <a:lnTo>
                  <a:pt x="732517" y="1295"/>
                </a:lnTo>
                <a:close/>
                <a:moveTo>
                  <a:pt x="692742" y="1295"/>
                </a:moveTo>
                <a:lnTo>
                  <a:pt x="692742" y="268319"/>
                </a:lnTo>
                <a:lnTo>
                  <a:pt x="643078" y="268319"/>
                </a:lnTo>
                <a:lnTo>
                  <a:pt x="643078" y="1510"/>
                </a:lnTo>
                <a:close/>
                <a:moveTo>
                  <a:pt x="597715" y="256279"/>
                </a:moveTo>
                <a:cubicBezTo>
                  <a:pt x="571872" y="266491"/>
                  <a:pt x="544224" y="271328"/>
                  <a:pt x="516446" y="270469"/>
                </a:cubicBezTo>
                <a:cubicBezTo>
                  <a:pt x="421849" y="270469"/>
                  <a:pt x="374550" y="224030"/>
                  <a:pt x="374550" y="131152"/>
                </a:cubicBezTo>
                <a:cubicBezTo>
                  <a:pt x="374550" y="43433"/>
                  <a:pt x="422708" y="-425"/>
                  <a:pt x="519027" y="-425"/>
                </a:cubicBezTo>
                <a:cubicBezTo>
                  <a:pt x="545836" y="-876"/>
                  <a:pt x="572496" y="3574"/>
                  <a:pt x="597715" y="12689"/>
                </a:cubicBezTo>
                <a:lnTo>
                  <a:pt x="597715" y="57409"/>
                </a:lnTo>
                <a:cubicBezTo>
                  <a:pt x="573979" y="47411"/>
                  <a:pt x="548438" y="42359"/>
                  <a:pt x="522681" y="42574"/>
                </a:cubicBezTo>
                <a:cubicBezTo>
                  <a:pt x="458334" y="42574"/>
                  <a:pt x="426149" y="72092"/>
                  <a:pt x="426149" y="131152"/>
                </a:cubicBezTo>
                <a:cubicBezTo>
                  <a:pt x="426149" y="195371"/>
                  <a:pt x="456527" y="227470"/>
                  <a:pt x="517307" y="227470"/>
                </a:cubicBezTo>
                <a:cubicBezTo>
                  <a:pt x="527713" y="227276"/>
                  <a:pt x="538032" y="225749"/>
                  <a:pt x="548051" y="222954"/>
                </a:cubicBezTo>
                <a:lnTo>
                  <a:pt x="548051" y="145341"/>
                </a:lnTo>
                <a:lnTo>
                  <a:pt x="597715" y="145341"/>
                </a:lnTo>
                <a:close/>
                <a:moveTo>
                  <a:pt x="325961" y="1510"/>
                </a:moveTo>
                <a:lnTo>
                  <a:pt x="325961" y="268533"/>
                </a:lnTo>
                <a:lnTo>
                  <a:pt x="276297" y="268533"/>
                </a:lnTo>
                <a:lnTo>
                  <a:pt x="276297" y="1510"/>
                </a:lnTo>
                <a:close/>
                <a:moveTo>
                  <a:pt x="-832" y="268533"/>
                </a:moveTo>
                <a:lnTo>
                  <a:pt x="-832" y="1510"/>
                </a:lnTo>
                <a:lnTo>
                  <a:pt x="103226" y="1510"/>
                </a:lnTo>
                <a:cubicBezTo>
                  <a:pt x="191955" y="1510"/>
                  <a:pt x="236372" y="43584"/>
                  <a:pt x="236523" y="127712"/>
                </a:cubicBezTo>
                <a:cubicBezTo>
                  <a:pt x="236523" y="221729"/>
                  <a:pt x="192083" y="268684"/>
                  <a:pt x="103226" y="268533"/>
                </a:cubicBezTo>
                <a:close/>
                <a:moveTo>
                  <a:pt x="104086" y="225534"/>
                </a:moveTo>
                <a:cubicBezTo>
                  <a:pt x="159705" y="225534"/>
                  <a:pt x="187504" y="192919"/>
                  <a:pt x="187504" y="127712"/>
                </a:cubicBezTo>
                <a:cubicBezTo>
                  <a:pt x="187504" y="72243"/>
                  <a:pt x="159770" y="44294"/>
                  <a:pt x="104086" y="44294"/>
                </a:cubicBezTo>
                <a:lnTo>
                  <a:pt x="48832" y="44294"/>
                </a:lnTo>
                <a:lnTo>
                  <a:pt x="48832" y="225534"/>
                </a:lnTo>
                <a:close/>
              </a:path>
            </a:pathLst>
          </a:custGeom>
          <a:solidFill>
            <a:schemeClr val="bg1"/>
          </a:solidFill>
          <a:ln w="21431" cap="flat">
            <a:noFill/>
            <a:prstDash val="solid"/>
            <a:miter/>
          </a:ln>
        </p:spPr>
        <p:txBody>
          <a:bodyPr anchor="ctr"/>
          <a:lstStyle/>
          <a:p>
            <a:endParaRPr/>
          </a:p>
        </p:txBody>
      </p:sp>
      <p:sp>
        <p:nvSpPr>
          <p:cNvPr id="18" name="Vrije vorm: vorm 17">
            <a:extLst>
              <a:ext uri="{FF2B5EF4-FFF2-40B4-BE49-F238E27FC236}">
                <a16:creationId xmlns:a16="http://schemas.microsoft.com/office/drawing/2014/main" id="{50D21446-F1FA-4DBD-8246-B61E61913877}"/>
              </a:ext>
            </a:extLst>
          </p:cNvPr>
          <p:cNvSpPr>
            <a:spLocks noGrp="1"/>
          </p:cNvSpPr>
          <p:nvPr/>
        </p:nvSpPr>
        <p:spPr>
          <a:xfrm>
            <a:off x="10711299" y="5792264"/>
            <a:ext cx="75975" cy="77602"/>
          </a:xfrm>
          <a:custGeom>
            <a:avLst/>
            <a:gdLst>
              <a:gd name="connsiteX0" fmla="*/ 65387 w 130718"/>
              <a:gd name="connsiteY0" fmla="*/ 133056 h 133518"/>
              <a:gd name="connsiteX1" fmla="*/ 129886 w 130718"/>
              <a:gd name="connsiteY1" fmla="*/ 66623 h 133518"/>
              <a:gd name="connsiteX2" fmla="*/ 65387 w 130718"/>
              <a:gd name="connsiteY2" fmla="*/ -456 h 133518"/>
              <a:gd name="connsiteX3" fmla="*/ -831 w 130718"/>
              <a:gd name="connsiteY3" fmla="*/ 66623 h 133518"/>
              <a:gd name="connsiteX4" fmla="*/ 65387 w 130718"/>
              <a:gd name="connsiteY4" fmla="*/ 133056 h 133518"/>
            </a:gdLst>
            <a:ahLst/>
            <a:cxnLst/>
            <a:rect l="l" t="t" r="r" b="b"/>
            <a:pathLst>
              <a:path w="130718" h="133518">
                <a:moveTo>
                  <a:pt x="65387" y="133056"/>
                </a:moveTo>
                <a:cubicBezTo>
                  <a:pt x="108386" y="133056"/>
                  <a:pt x="129886" y="110912"/>
                  <a:pt x="129886" y="66623"/>
                </a:cubicBezTo>
                <a:cubicBezTo>
                  <a:pt x="129886" y="22333"/>
                  <a:pt x="108386" y="-26"/>
                  <a:pt x="65387" y="-456"/>
                </a:cubicBezTo>
                <a:cubicBezTo>
                  <a:pt x="21378" y="-456"/>
                  <a:pt x="-680" y="21903"/>
                  <a:pt x="-831" y="66623"/>
                </a:cubicBezTo>
                <a:cubicBezTo>
                  <a:pt x="-981" y="111341"/>
                  <a:pt x="21099" y="133486"/>
                  <a:pt x="65387" y="133056"/>
                </a:cubicBezTo>
                <a:close/>
              </a:path>
            </a:pathLst>
          </a:custGeom>
          <a:gradFill>
            <a:gsLst>
              <a:gs pos="1000">
                <a:srgbClr val="E47C3B"/>
              </a:gs>
              <a:gs pos="99000">
                <a:srgbClr val="F79828"/>
              </a:gs>
            </a:gsLst>
            <a:lin ang="0" scaled="1"/>
          </a:gradFill>
          <a:ln w="21431" cap="flat">
            <a:noFill/>
            <a:prstDash val="solid"/>
            <a:miter/>
          </a:ln>
        </p:spPr>
        <p:txBody>
          <a:bodyPr anchor="ctr"/>
          <a:lstStyle/>
          <a:p>
            <a:endParaRPr/>
          </a:p>
        </p:txBody>
      </p:sp>
      <p:sp>
        <p:nvSpPr>
          <p:cNvPr id="19" name="Vrije vorm: vorm 18">
            <a:extLst>
              <a:ext uri="{FF2B5EF4-FFF2-40B4-BE49-F238E27FC236}">
                <a16:creationId xmlns:a16="http://schemas.microsoft.com/office/drawing/2014/main" id="{4276E80F-F5D5-4644-8437-B8693AD8124D}"/>
              </a:ext>
            </a:extLst>
          </p:cNvPr>
          <p:cNvSpPr>
            <a:spLocks noGrp="1"/>
          </p:cNvSpPr>
          <p:nvPr/>
        </p:nvSpPr>
        <p:spPr>
          <a:xfrm>
            <a:off x="10729847" y="5807925"/>
            <a:ext cx="38880" cy="46281"/>
          </a:xfrm>
          <a:custGeom>
            <a:avLst/>
            <a:gdLst>
              <a:gd name="connsiteX0" fmla="*/ 62806 w 66895"/>
              <a:gd name="connsiteY0" fmla="*/ 70358 h 79629"/>
              <a:gd name="connsiteX1" fmla="*/ 58505 w 66895"/>
              <a:gd name="connsiteY1" fmla="*/ 66058 h 79629"/>
              <a:gd name="connsiteX2" fmla="*/ 58505 w 66895"/>
              <a:gd name="connsiteY2" fmla="*/ 3925 h 79629"/>
              <a:gd name="connsiteX3" fmla="*/ 62806 w 66895"/>
              <a:gd name="connsiteY3" fmla="*/ -376 h 79629"/>
              <a:gd name="connsiteX4" fmla="*/ 64311 w 66895"/>
              <a:gd name="connsiteY4" fmla="*/ -376 h 79629"/>
              <a:gd name="connsiteX5" fmla="*/ 65816 w 66895"/>
              <a:gd name="connsiteY5" fmla="*/ -376 h 79629"/>
              <a:gd name="connsiteX6" fmla="*/ 65816 w 66895"/>
              <a:gd name="connsiteY6" fmla="*/ 914 h 79629"/>
              <a:gd name="connsiteX7" fmla="*/ 65816 w 66895"/>
              <a:gd name="connsiteY7" fmla="*/ 2635 h 79629"/>
              <a:gd name="connsiteX8" fmla="*/ 65816 w 66895"/>
              <a:gd name="connsiteY8" fmla="*/ 64768 h 79629"/>
              <a:gd name="connsiteX9" fmla="*/ 63172 w 66895"/>
              <a:gd name="connsiteY9" fmla="*/ 70250 h 79629"/>
              <a:gd name="connsiteX10" fmla="*/ 62806 w 66895"/>
              <a:gd name="connsiteY10" fmla="*/ 70358 h 79629"/>
              <a:gd name="connsiteX11" fmla="*/ 33136 w 66895"/>
              <a:gd name="connsiteY11" fmla="*/ 79173 h 79629"/>
              <a:gd name="connsiteX12" fmla="*/ 31417 w 66895"/>
              <a:gd name="connsiteY12" fmla="*/ 79173 h 79629"/>
              <a:gd name="connsiteX13" fmla="*/ 30127 w 66895"/>
              <a:gd name="connsiteY13" fmla="*/ 79173 h 79629"/>
              <a:gd name="connsiteX14" fmla="*/ 30127 w 66895"/>
              <a:gd name="connsiteY14" fmla="*/ 77883 h 79629"/>
              <a:gd name="connsiteX15" fmla="*/ 30127 w 66895"/>
              <a:gd name="connsiteY15" fmla="*/ 76163 h 79629"/>
              <a:gd name="connsiteX16" fmla="*/ 30127 w 66895"/>
              <a:gd name="connsiteY16" fmla="*/ 31229 h 79629"/>
              <a:gd name="connsiteX17" fmla="*/ 34426 w 66895"/>
              <a:gd name="connsiteY17" fmla="*/ 26929 h 79629"/>
              <a:gd name="connsiteX18" fmla="*/ 36146 w 66895"/>
              <a:gd name="connsiteY18" fmla="*/ 26929 h 79629"/>
              <a:gd name="connsiteX19" fmla="*/ 37436 w 66895"/>
              <a:gd name="connsiteY19" fmla="*/ 26929 h 79629"/>
              <a:gd name="connsiteX20" fmla="*/ 37436 w 66895"/>
              <a:gd name="connsiteY20" fmla="*/ 28218 h 79629"/>
              <a:gd name="connsiteX21" fmla="*/ 37436 w 66895"/>
              <a:gd name="connsiteY21" fmla="*/ 29939 h 79629"/>
              <a:gd name="connsiteX22" fmla="*/ 37436 w 66895"/>
              <a:gd name="connsiteY22" fmla="*/ 74228 h 79629"/>
              <a:gd name="connsiteX23" fmla="*/ 33825 w 66895"/>
              <a:gd name="connsiteY23" fmla="*/ 79129 h 79629"/>
              <a:gd name="connsiteX24" fmla="*/ 33136 w 66895"/>
              <a:gd name="connsiteY24" fmla="*/ 79173 h 79629"/>
              <a:gd name="connsiteX25" fmla="*/ 3467 w 66895"/>
              <a:gd name="connsiteY25" fmla="*/ 57673 h 79629"/>
              <a:gd name="connsiteX26" fmla="*/ -832 w 66895"/>
              <a:gd name="connsiteY26" fmla="*/ 53373 h 79629"/>
              <a:gd name="connsiteX27" fmla="*/ -832 w 66895"/>
              <a:gd name="connsiteY27" fmla="*/ 16609 h 79629"/>
              <a:gd name="connsiteX28" fmla="*/ 3467 w 66895"/>
              <a:gd name="connsiteY28" fmla="*/ 12309 h 79629"/>
              <a:gd name="connsiteX29" fmla="*/ 7767 w 66895"/>
              <a:gd name="connsiteY29" fmla="*/ 16609 h 79629"/>
              <a:gd name="connsiteX30" fmla="*/ 7767 w 66895"/>
              <a:gd name="connsiteY30" fmla="*/ 53373 h 79629"/>
              <a:gd name="connsiteX31" fmla="*/ 6477 w 66895"/>
              <a:gd name="connsiteY31" fmla="*/ 56383 h 79629"/>
              <a:gd name="connsiteX32" fmla="*/ 3467 w 66895"/>
              <a:gd name="connsiteY32" fmla="*/ 58318 h 79629"/>
            </a:gdLst>
            <a:ahLst/>
            <a:cxnLst/>
            <a:rect l="l" t="t" r="r" b="b"/>
            <a:pathLst>
              <a:path w="66895" h="79629">
                <a:moveTo>
                  <a:pt x="62806" y="70358"/>
                </a:moveTo>
                <a:cubicBezTo>
                  <a:pt x="60441" y="70358"/>
                  <a:pt x="58505" y="68423"/>
                  <a:pt x="58505" y="66058"/>
                </a:cubicBezTo>
                <a:lnTo>
                  <a:pt x="58505" y="3925"/>
                </a:lnTo>
                <a:cubicBezTo>
                  <a:pt x="58505" y="1559"/>
                  <a:pt x="60441" y="-376"/>
                  <a:pt x="62806" y="-376"/>
                </a:cubicBezTo>
                <a:lnTo>
                  <a:pt x="64311" y="-376"/>
                </a:lnTo>
                <a:cubicBezTo>
                  <a:pt x="64805" y="-483"/>
                  <a:pt x="65321" y="-483"/>
                  <a:pt x="65816" y="-376"/>
                </a:cubicBezTo>
                <a:cubicBezTo>
                  <a:pt x="65816" y="-376"/>
                  <a:pt x="65816" y="-376"/>
                  <a:pt x="65816" y="914"/>
                </a:cubicBezTo>
                <a:cubicBezTo>
                  <a:pt x="65944" y="1473"/>
                  <a:pt x="65944" y="2076"/>
                  <a:pt x="65816" y="2635"/>
                </a:cubicBezTo>
                <a:lnTo>
                  <a:pt x="65816" y="64768"/>
                </a:lnTo>
                <a:cubicBezTo>
                  <a:pt x="66611" y="67004"/>
                  <a:pt x="65429" y="69455"/>
                  <a:pt x="63172" y="70250"/>
                </a:cubicBezTo>
                <a:cubicBezTo>
                  <a:pt x="63064" y="70293"/>
                  <a:pt x="62935" y="70336"/>
                  <a:pt x="62806" y="70358"/>
                </a:cubicBezTo>
                <a:close/>
                <a:moveTo>
                  <a:pt x="33136" y="79173"/>
                </a:moveTo>
                <a:lnTo>
                  <a:pt x="31417" y="79173"/>
                </a:lnTo>
                <a:lnTo>
                  <a:pt x="30127" y="79173"/>
                </a:lnTo>
                <a:lnTo>
                  <a:pt x="30127" y="77883"/>
                </a:lnTo>
                <a:cubicBezTo>
                  <a:pt x="30041" y="77324"/>
                  <a:pt x="30041" y="76722"/>
                  <a:pt x="30127" y="76163"/>
                </a:cubicBezTo>
                <a:lnTo>
                  <a:pt x="30127" y="31229"/>
                </a:lnTo>
                <a:cubicBezTo>
                  <a:pt x="30127" y="28864"/>
                  <a:pt x="32061" y="26929"/>
                  <a:pt x="34426" y="26929"/>
                </a:cubicBezTo>
                <a:lnTo>
                  <a:pt x="36146" y="26929"/>
                </a:lnTo>
                <a:lnTo>
                  <a:pt x="37436" y="26929"/>
                </a:lnTo>
                <a:cubicBezTo>
                  <a:pt x="37501" y="27359"/>
                  <a:pt x="37501" y="27789"/>
                  <a:pt x="37436" y="28218"/>
                </a:cubicBezTo>
                <a:cubicBezTo>
                  <a:pt x="37523" y="28777"/>
                  <a:pt x="37523" y="29380"/>
                  <a:pt x="37436" y="29939"/>
                </a:cubicBezTo>
                <a:lnTo>
                  <a:pt x="37436" y="74228"/>
                </a:lnTo>
                <a:cubicBezTo>
                  <a:pt x="37802" y="76571"/>
                  <a:pt x="36167" y="78764"/>
                  <a:pt x="33825" y="79129"/>
                </a:cubicBezTo>
                <a:cubicBezTo>
                  <a:pt x="33610" y="79151"/>
                  <a:pt x="33374" y="79173"/>
                  <a:pt x="33136" y="79173"/>
                </a:cubicBezTo>
                <a:close/>
                <a:moveTo>
                  <a:pt x="3467" y="57673"/>
                </a:moveTo>
                <a:cubicBezTo>
                  <a:pt x="1102" y="57673"/>
                  <a:pt x="-832" y="55738"/>
                  <a:pt x="-832" y="53373"/>
                </a:cubicBezTo>
                <a:lnTo>
                  <a:pt x="-832" y="16609"/>
                </a:lnTo>
                <a:cubicBezTo>
                  <a:pt x="-832" y="14244"/>
                  <a:pt x="1102" y="12309"/>
                  <a:pt x="3467" y="12309"/>
                </a:cubicBezTo>
                <a:cubicBezTo>
                  <a:pt x="5854" y="12309"/>
                  <a:pt x="7767" y="14244"/>
                  <a:pt x="7767" y="16609"/>
                </a:cubicBezTo>
                <a:lnTo>
                  <a:pt x="7767" y="53373"/>
                </a:lnTo>
                <a:cubicBezTo>
                  <a:pt x="7746" y="54513"/>
                  <a:pt x="7294" y="55588"/>
                  <a:pt x="6477" y="56383"/>
                </a:cubicBezTo>
                <a:cubicBezTo>
                  <a:pt x="5810" y="57436"/>
                  <a:pt x="4715" y="58146"/>
                  <a:pt x="3467" y="58318"/>
                </a:cubicBezTo>
                <a:close/>
              </a:path>
            </a:pathLst>
          </a:custGeom>
          <a:solidFill>
            <a:srgbClr val="F9F8F4"/>
          </a:solidFill>
          <a:ln w="21431" cap="flat">
            <a:noFill/>
            <a:prstDash val="solid"/>
            <a:miter/>
          </a:ln>
        </p:spPr>
        <p:txBody>
          <a:bodyPr anchor="ctr"/>
          <a:lstStyle/>
          <a:p>
            <a:endParaRPr/>
          </a:p>
        </p:txBody>
      </p:sp>
      <p:sp>
        <p:nvSpPr>
          <p:cNvPr id="8" name="TextBox 7">
            <a:extLst>
              <a:ext uri="{FF2B5EF4-FFF2-40B4-BE49-F238E27FC236}">
                <a16:creationId xmlns:a16="http://schemas.microsoft.com/office/drawing/2014/main" id="{A6E97AE8-B349-2031-F9E1-EB12A93379EA}"/>
              </a:ext>
            </a:extLst>
          </p:cNvPr>
          <p:cNvSpPr>
            <a:spLocks noGrp="1"/>
          </p:cNvSpPr>
          <p:nvPr/>
        </p:nvSpPr>
        <p:spPr>
          <a:xfrm>
            <a:off x="6705306" y="570527"/>
            <a:ext cx="1885507" cy="609600"/>
          </a:xfrm>
          <a:prstGeom prst="rect">
            <a:avLst/>
          </a:prstGeom>
        </p:spPr>
        <p:txBody>
          <a:bodyPr vert="horz" wrap="square" lIns="0" tIns="0" rIns="0" bIns="0">
            <a:normAutofit fontScale="92500"/>
          </a:bodyPr>
          <a:lstStyle/>
          <a:p>
            <a:pPr algn="l">
              <a:buNone/>
            </a:pPr>
            <a:r>
              <a:rPr>
                <a:solidFill>
                  <a:schemeClr val="bg1"/>
                </a:solidFill>
              </a:rPr>
              <a:t>Join our mailing list and stay up to </a:t>
            </a:r>
            <a:r>
              <a:rPr i="1">
                <a:solidFill>
                  <a:schemeClr val="bg1"/>
                </a:solidFill>
              </a:rPr>
              <a:t>data</a:t>
            </a:r>
          </a:p>
        </p:txBody>
      </p:sp>
      <p:pic>
        <p:nvPicPr>
          <p:cNvPr id="10" name="Picture 9">
            <a:extLst>
              <a:ext uri="{FF2B5EF4-FFF2-40B4-BE49-F238E27FC236}">
                <a16:creationId xmlns:a16="http://schemas.microsoft.com/office/drawing/2014/main" id="{B21ECF9E-4596-4624-9430-910844E2558D}"/>
              </a:ext>
            </a:extLst>
          </p:cNvPr>
          <p:cNvPicPr>
            <a:picLocks noChangeAspect="1"/>
          </p:cNvPicPr>
          <p:nvPr/>
        </p:nvPicPr>
        <p:blipFill>
          <a:blip r:embed="rId3"/>
          <a:stretch>
            <a:fillRect/>
          </a:stretch>
        </p:blipFill>
        <p:spPr>
          <a:xfrm>
            <a:off x="8766845" y="875327"/>
            <a:ext cx="1298164" cy="459637"/>
          </a:xfrm>
          <a:prstGeom prst="rect">
            <a:avLst/>
          </a:prstGeom>
        </p:spPr>
      </p:pic>
      <p:pic>
        <p:nvPicPr>
          <p:cNvPr id="5" name="Picture 4">
            <a:extLst>
              <a:ext uri="{FF2B5EF4-FFF2-40B4-BE49-F238E27FC236}">
                <a16:creationId xmlns:a16="http://schemas.microsoft.com/office/drawing/2014/main" id="{4D5143DA-243A-47E0-A530-C0FB4C9B0D51}"/>
              </a:ext>
            </a:extLst>
          </p:cNvPr>
          <p:cNvPicPr>
            <a:picLocks noChangeAspect="1"/>
          </p:cNvPicPr>
          <p:nvPr/>
        </p:nvPicPr>
        <p:blipFill>
          <a:blip r:embed="rId4"/>
          <a:stretch>
            <a:fillRect/>
          </a:stretch>
        </p:blipFill>
        <p:spPr>
          <a:xfrm>
            <a:off x="10143462" y="254911"/>
            <a:ext cx="1803645" cy="1803645"/>
          </a:xfrm>
          <a:prstGeom prst="round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Vrije vorm: vorm 17">
            <a:extLst>
              <a:ext uri="{FF2B5EF4-FFF2-40B4-BE49-F238E27FC236}">
                <a16:creationId xmlns:a16="http://schemas.microsoft.com/office/drawing/2014/main" id="{61BAF930-7416-43E2-838B-EDC7E26966E3}"/>
              </a:ext>
            </a:extLst>
          </p:cNvPr>
          <p:cNvSpPr>
            <a:spLocks noGrp="1"/>
          </p:cNvSpPr>
          <p:nvPr/>
        </p:nvSpPr>
        <p:spPr>
          <a:xfrm>
            <a:off x="-10723" y="6539746"/>
            <a:ext cx="12202723" cy="318254"/>
          </a:xfrm>
          <a:custGeom>
            <a:avLst/>
            <a:gdLst>
              <a:gd name="connsiteX0" fmla="*/ 0 w 12202723"/>
              <a:gd name="connsiteY0" fmla="*/ 0 h 318254"/>
              <a:gd name="connsiteX1" fmla="*/ 12202723 w 12202723"/>
              <a:gd name="connsiteY1" fmla="*/ 0 h 318254"/>
              <a:gd name="connsiteX2" fmla="*/ 12202723 w 12202723"/>
              <a:gd name="connsiteY2" fmla="*/ 318254 h 318254"/>
              <a:gd name="connsiteX3" fmla="*/ 0 w 12202723"/>
              <a:gd name="connsiteY3" fmla="*/ 318254 h 318254"/>
            </a:gdLst>
            <a:ahLst/>
            <a:cxnLst/>
            <a:rect l="l" t="t" r="r" b="b"/>
            <a:pathLst>
              <a:path w="12202723" h="318254">
                <a:moveTo>
                  <a:pt x="0" y="0"/>
                </a:moveTo>
                <a:lnTo>
                  <a:pt x="12202723" y="0"/>
                </a:lnTo>
                <a:lnTo>
                  <a:pt x="12202723" y="318254"/>
                </a:lnTo>
                <a:lnTo>
                  <a:pt x="0" y="318254"/>
                </a:lnTo>
                <a:close/>
              </a:path>
            </a:pathLst>
          </a:custGeom>
          <a:gradFill flip="none" rotWithShape="1">
            <a:gsLst>
              <a:gs pos="1000">
                <a:srgbClr val="D65A29"/>
              </a:gs>
              <a:gs pos="99000">
                <a:srgbClr val="FF7A00"/>
              </a:gs>
            </a:gsLst>
            <a:lin ang="0" scaled="1"/>
            <a:tileRect/>
          </a:gradFill>
          <a:ln w="12709" cap="flat">
            <a:noFill/>
            <a:prstDash val="solid"/>
            <a:miter/>
          </a:ln>
        </p:spPr>
        <p:txBody>
          <a:bodyPr anchor="ctr"/>
          <a:lstStyle/>
          <a:p>
            <a:endParaRPr/>
          </a:p>
        </p:txBody>
      </p:sp>
      <p:sp>
        <p:nvSpPr>
          <p:cNvPr id="2" name="Tijdelijke aanduiding voor titel 1">
            <a:extLst>
              <a:ext uri="{FF2B5EF4-FFF2-40B4-BE49-F238E27FC236}">
                <a16:creationId xmlns:a16="http://schemas.microsoft.com/office/drawing/2014/main" id="{C0F0FB32-CD2C-4E16-AFBF-E004983A961C}"/>
              </a:ext>
            </a:extLst>
          </p:cNvPr>
          <p:cNvSpPr>
            <a:spLocks noGrp="1"/>
          </p:cNvSpPr>
          <p:nvPr>
            <p:ph type="title"/>
          </p:nvPr>
        </p:nvSpPr>
        <p:spPr>
          <a:xfrm>
            <a:off x="838200" y="365125"/>
            <a:ext cx="10515600" cy="1325563"/>
          </a:xfrm>
          <a:prstGeom prst="rect">
            <a:avLst/>
          </a:prstGeom>
        </p:spPr>
        <p:txBody>
          <a:bodyPr vert="horz" lIns="0" tIns="0" rIns="0" bIns="0" anchor="ctr">
            <a:normAutofit/>
          </a:bodyPr>
          <a:lstStyle/>
          <a:p>
            <a:r>
              <a:t>Click to edit the style</a:t>
            </a:r>
          </a:p>
        </p:txBody>
      </p:sp>
      <p:sp>
        <p:nvSpPr>
          <p:cNvPr id="3" name="Tijdelijke aanduiding voor tekst 2">
            <a:extLst>
              <a:ext uri="{FF2B5EF4-FFF2-40B4-BE49-F238E27FC236}">
                <a16:creationId xmlns:a16="http://schemas.microsoft.com/office/drawing/2014/main" id="{A17F42CA-AC0C-4843-80B0-3FF948FC3A79}"/>
              </a:ext>
            </a:extLst>
          </p:cNvPr>
          <p:cNvSpPr>
            <a:spLocks noGrp="1"/>
          </p:cNvSpPr>
          <p:nvPr>
            <p:ph type="body" idx="1"/>
          </p:nvPr>
        </p:nvSpPr>
        <p:spPr>
          <a:xfrm>
            <a:off x="838200" y="1825625"/>
            <a:ext cx="10515600" cy="4351338"/>
          </a:xfrm>
          <a:prstGeom prst="rect">
            <a:avLst/>
          </a:prstGeom>
        </p:spPr>
        <p:txBody>
          <a:bodyPr vert="horz" lIns="0" tIns="0" rIns="0" bIns="0">
            <a:normAutofit/>
          </a:bodyPr>
          <a:lstStyle/>
          <a:p>
            <a:pPr lvl="0">
              <a:buNone/>
            </a:pPr>
            <a:r>
              <a:t>Click to edit the text style of the document</a:t>
            </a:r>
          </a:p>
          <a:p>
            <a:pPr lvl="1">
              <a:buNone/>
            </a:pPr>
            <a:r>
              <a:t>Text level</a:t>
            </a:r>
          </a:p>
          <a:p>
            <a:pPr marL="1143000" marR="0" lvl="2" indent="-228600" algn="l" defTabSz="914400">
              <a:lnSpc>
                <a:spcPct val="90000"/>
              </a:lnSpc>
              <a:spcBef>
                <a:spcPts val="300"/>
              </a:spcBef>
              <a:spcAft>
                <a:spcPts val="300"/>
              </a:spcAft>
              <a:buClr>
                <a:srgbClr val="FF7A00"/>
              </a:buClr>
              <a:buSzTx/>
              <a:buFont typeface="Arial"/>
              <a:buChar char="•"/>
            </a:pPr>
            <a:r>
              <a:t>Text level</a:t>
            </a:r>
          </a:p>
          <a:p>
            <a:pPr lvl="3">
              <a:buNone/>
            </a:pPr>
            <a:r>
              <a:t>Text level</a:t>
            </a:r>
          </a:p>
          <a:p>
            <a:pPr lvl="4">
              <a:buNone/>
            </a:pPr>
            <a:r>
              <a:t>Text level</a:t>
            </a:r>
          </a:p>
        </p:txBody>
      </p:sp>
      <p:sp>
        <p:nvSpPr>
          <p:cNvPr id="16" name="Vrije vorm: vorm 15">
            <a:extLst>
              <a:ext uri="{FF2B5EF4-FFF2-40B4-BE49-F238E27FC236}">
                <a16:creationId xmlns:a16="http://schemas.microsoft.com/office/drawing/2014/main" id="{D84544FF-FEF5-410C-B6CB-81B135DC3382}"/>
              </a:ext>
            </a:extLst>
          </p:cNvPr>
          <p:cNvSpPr>
            <a:spLocks noGrp="1"/>
          </p:cNvSpPr>
          <p:nvPr/>
        </p:nvSpPr>
        <p:spPr>
          <a:xfrm>
            <a:off x="1564767" y="6593967"/>
            <a:ext cx="12700" cy="210184"/>
          </a:xfrm>
          <a:custGeom>
            <a:avLst/>
            <a:gdLst>
              <a:gd name="connsiteX0" fmla="*/ 0 w 12700"/>
              <a:gd name="connsiteY0" fmla="*/ 0 h 210184"/>
              <a:gd name="connsiteX1" fmla="*/ 0 w 12700"/>
              <a:gd name="connsiteY1" fmla="*/ 210185 h 210184"/>
            </a:gdLst>
            <a:ahLst/>
            <a:cxnLst/>
            <a:rect l="l" t="t" r="r" b="b"/>
            <a:pathLst>
              <a:path w="12700" h="210184">
                <a:moveTo>
                  <a:pt x="0" y="0"/>
                </a:moveTo>
                <a:lnTo>
                  <a:pt x="0" y="210185"/>
                </a:lnTo>
              </a:path>
            </a:pathLst>
          </a:custGeom>
          <a:ln w="12700" cap="flat">
            <a:solidFill>
              <a:srgbClr val="2F631C"/>
            </a:solidFill>
            <a:prstDash val="solid"/>
            <a:miter/>
          </a:ln>
        </p:spPr>
        <p:txBody>
          <a:bodyPr anchor="ctr"/>
          <a:lstStyle/>
          <a:p>
            <a:endParaRPr/>
          </a:p>
        </p:txBody>
      </p:sp>
      <p:sp>
        <p:nvSpPr>
          <p:cNvPr id="17" name="Vrije vorm: vorm 16">
            <a:extLst>
              <a:ext uri="{FF2B5EF4-FFF2-40B4-BE49-F238E27FC236}">
                <a16:creationId xmlns:a16="http://schemas.microsoft.com/office/drawing/2014/main" id="{08347D2B-E124-4A27-B7F7-2F7BEE61A9B8}"/>
              </a:ext>
            </a:extLst>
          </p:cNvPr>
          <p:cNvSpPr>
            <a:spLocks noGrp="1"/>
          </p:cNvSpPr>
          <p:nvPr/>
        </p:nvSpPr>
        <p:spPr>
          <a:xfrm>
            <a:off x="11048747" y="6539993"/>
            <a:ext cx="305053" cy="318007"/>
          </a:xfrm>
          <a:custGeom>
            <a:avLst/>
            <a:gdLst>
              <a:gd name="connsiteX0" fmla="*/ 0 w 305053"/>
              <a:gd name="connsiteY0" fmla="*/ 0 h 318007"/>
              <a:gd name="connsiteX1" fmla="*/ 305054 w 305053"/>
              <a:gd name="connsiteY1" fmla="*/ 0 h 318007"/>
              <a:gd name="connsiteX2" fmla="*/ 305054 w 305053"/>
              <a:gd name="connsiteY2" fmla="*/ 318008 h 318007"/>
              <a:gd name="connsiteX3" fmla="*/ 0 w 305053"/>
              <a:gd name="connsiteY3" fmla="*/ 318008 h 318007"/>
            </a:gdLst>
            <a:ahLst/>
            <a:cxnLst/>
            <a:rect l="l" t="t" r="r" b="b"/>
            <a:pathLst>
              <a:path w="305053" h="318007">
                <a:moveTo>
                  <a:pt x="0" y="0"/>
                </a:moveTo>
                <a:lnTo>
                  <a:pt x="305054" y="0"/>
                </a:lnTo>
                <a:lnTo>
                  <a:pt x="305054" y="318008"/>
                </a:lnTo>
                <a:lnTo>
                  <a:pt x="0" y="318008"/>
                </a:lnTo>
                <a:close/>
              </a:path>
            </a:pathLst>
          </a:custGeom>
          <a:solidFill>
            <a:srgbClr val="096508"/>
          </a:solidFill>
          <a:ln w="12700" cap="flat">
            <a:noFill/>
            <a:prstDash val="solid"/>
            <a:miter/>
          </a:ln>
        </p:spPr>
        <p:txBody>
          <a:bodyPr lIns="36000" rIns="36000" anchor="ctr"/>
          <a:lstStyle/>
          <a:p>
            <a:pPr algn="ctr">
              <a:buNone/>
            </a:pPr>
            <a:fld id="{A40418BA-F128-476A-8C10-E6563CF8010A}" type="slidenum">
              <a:rPr sz="900" b="1">
                <a:solidFill>
                  <a:schemeClr val="bg1"/>
                </a:solidFill>
              </a:rPr>
              <a:t>‹#›</a:t>
            </a:fld>
            <a:endParaRPr sz="900" b="1">
              <a:solidFill>
                <a:schemeClr val="bg1"/>
              </a:solidFill>
            </a:endParaRPr>
          </a:p>
        </p:txBody>
      </p:sp>
      <p:sp>
        <p:nvSpPr>
          <p:cNvPr id="4" name="Tijdelijke aanduiding voor datum 3">
            <a:extLst>
              <a:ext uri="{FF2B5EF4-FFF2-40B4-BE49-F238E27FC236}">
                <a16:creationId xmlns:a16="http://schemas.microsoft.com/office/drawing/2014/main" id="{B9B96C9D-F1FE-4ECA-850C-79A2890D878C}"/>
              </a:ext>
            </a:extLst>
          </p:cNvPr>
          <p:cNvSpPr>
            <a:spLocks noGrp="1"/>
          </p:cNvSpPr>
          <p:nvPr>
            <p:ph type="dt" idx="2"/>
          </p:nvPr>
        </p:nvSpPr>
        <p:spPr>
          <a:xfrm>
            <a:off x="838200" y="6589014"/>
            <a:ext cx="726567" cy="218438"/>
          </a:xfrm>
          <a:prstGeom prst="rect">
            <a:avLst/>
          </a:prstGeom>
        </p:spPr>
        <p:txBody>
          <a:bodyPr vert="horz" lIns="0" tIns="0" rIns="0" bIns="0" anchor="ctr"/>
          <a:lstStyle>
            <a:lvl1pPr algn="l">
              <a:buNone/>
              <a:defRPr sz="900">
                <a:solidFill>
                  <a:schemeClr val="bg1"/>
                </a:solidFill>
              </a:defRPr>
            </a:lvl1pPr>
          </a:lstStyle>
          <a:p>
            <a:fld id="{2660217A-0615-4D12-8D6E-1C62AA269724}" type="datetime1">
              <a:t>23-10-2026</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hf sldNum="0" hdr="0"/>
  <p:txStyles>
    <p:titleStyle>
      <a:lvl1pPr algn="l" defTabSz="914400">
        <a:lnSpc>
          <a:spcPct val="90000"/>
        </a:lnSpc>
        <a:spcBef>
          <a:spcPct val="0"/>
        </a:spcBef>
        <a:buNone/>
        <a:defRPr sz="5000" b="1" kern="1200">
          <a:solidFill>
            <a:srgbClr val="323633"/>
          </a:solidFill>
          <a:latin typeface="+mj-lt"/>
          <a:ea typeface="+mj-lt"/>
          <a:cs typeface="+mj-lt"/>
        </a:defRPr>
      </a:lvl1pPr>
    </p:titleStyle>
    <p:bodyStyle>
      <a:lvl1pPr marL="228600" indent="-228600" algn="l" defTabSz="914400">
        <a:lnSpc>
          <a:spcPct val="90000"/>
        </a:lnSpc>
        <a:spcBef>
          <a:spcPts val="300"/>
        </a:spcBef>
        <a:spcAft>
          <a:spcPts val="300"/>
        </a:spcAft>
        <a:buClr>
          <a:srgbClr val="FF7A00"/>
        </a:buClr>
        <a:buFont typeface="Arial"/>
        <a:buChar char="•"/>
        <a:defRPr sz="1500" kern="1200">
          <a:solidFill>
            <a:srgbClr val="323633"/>
          </a:solidFill>
          <a:latin typeface="+mn-lt"/>
          <a:ea typeface="+mn-lt"/>
          <a:cs typeface="+mn-lt"/>
        </a:defRPr>
      </a:lvl1pPr>
      <a:lvl2pPr marL="685800" indent="-228600" algn="l" defTabSz="914400">
        <a:lnSpc>
          <a:spcPct val="90000"/>
        </a:lnSpc>
        <a:spcBef>
          <a:spcPts val="300"/>
        </a:spcBef>
        <a:spcAft>
          <a:spcPts val="300"/>
        </a:spcAft>
        <a:buClr>
          <a:srgbClr val="FF7A00"/>
        </a:buClr>
        <a:buFont typeface="Arial"/>
        <a:buChar char="•"/>
        <a:defRPr sz="1500" kern="1200">
          <a:solidFill>
            <a:srgbClr val="323633"/>
          </a:solidFill>
          <a:latin typeface="+mn-lt"/>
          <a:ea typeface="+mn-lt"/>
          <a:cs typeface="+mn-lt"/>
        </a:defRPr>
      </a:lvl2pPr>
      <a:lvl3pPr marL="1143000" indent="-228600" algn="l" defTabSz="914400">
        <a:lnSpc>
          <a:spcPct val="90000"/>
        </a:lnSpc>
        <a:spcBef>
          <a:spcPts val="300"/>
        </a:spcBef>
        <a:spcAft>
          <a:spcPts val="300"/>
        </a:spcAft>
        <a:buClr>
          <a:srgbClr val="FF7A00"/>
        </a:buClr>
        <a:buFont typeface="Arial"/>
        <a:buChar char="•"/>
        <a:defRPr sz="1500" kern="1200">
          <a:solidFill>
            <a:srgbClr val="323633"/>
          </a:solidFill>
          <a:latin typeface="+mn-lt"/>
          <a:ea typeface="+mn-lt"/>
          <a:cs typeface="+mn-lt"/>
        </a:defRPr>
      </a:lvl3pPr>
      <a:lvl4pPr marL="1600200" indent="-228600" algn="l" defTabSz="914400">
        <a:lnSpc>
          <a:spcPct val="90000"/>
        </a:lnSpc>
        <a:spcBef>
          <a:spcPts val="300"/>
        </a:spcBef>
        <a:spcAft>
          <a:spcPts val="300"/>
        </a:spcAft>
        <a:buClr>
          <a:srgbClr val="FF7A00"/>
        </a:buClr>
        <a:buFont typeface="Arial"/>
        <a:buChar char="•"/>
        <a:defRPr sz="1500" kern="1200">
          <a:solidFill>
            <a:srgbClr val="323633"/>
          </a:solidFill>
          <a:latin typeface="+mn-lt"/>
          <a:ea typeface="+mn-lt"/>
          <a:cs typeface="+mn-lt"/>
        </a:defRPr>
      </a:lvl4pPr>
      <a:lvl5pPr marL="2057400" indent="-228600" algn="l" defTabSz="914400">
        <a:lnSpc>
          <a:spcPct val="90000"/>
        </a:lnSpc>
        <a:spcBef>
          <a:spcPts val="300"/>
        </a:spcBef>
        <a:spcAft>
          <a:spcPts val="300"/>
        </a:spcAft>
        <a:buClr>
          <a:srgbClr val="FF7A00"/>
        </a:buClr>
        <a:buFont typeface="Arial"/>
        <a:buChar char="•"/>
        <a:defRPr sz="1500" kern="1200">
          <a:solidFill>
            <a:srgbClr val="323633"/>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529" userDrawn="1">
          <p15:clr>
            <a:srgbClr val="F26B43"/>
          </p15:clr>
        </p15:guide>
        <p15:guide id="4" pos="715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DA29A2F5-593D-4087-A9B8-8027F9B14162}"/>
              </a:ext>
            </a:extLst>
          </p:cNvPr>
          <p:cNvSpPr>
            <a:spLocks noGrp="1"/>
          </p:cNvSpPr>
          <p:nvPr>
            <p:ph type="dt" idx="4294967295"/>
          </p:nvPr>
        </p:nvSpPr>
        <p:spPr>
          <a:xfrm>
            <a:off x="219808" y="6589713"/>
            <a:ext cx="727075" cy="217487"/>
          </a:xfrm>
        </p:spPr>
        <p:txBody>
          <a:bodyPr/>
          <a:lstStyle/>
          <a:p>
            <a:fld id="{78E98ADC-5C57-47D4-B4A6-0B68D632ACBF}" type="datetime1">
              <a:rPr/>
              <a:t>23-10-2026</a:t>
            </a:fld>
            <a:endParaRPr/>
          </a:p>
        </p:txBody>
      </p:sp>
      <p:sp>
        <p:nvSpPr>
          <p:cNvPr id="3" name="Titel 53">
            <a:extLst>
              <a:ext uri="{FF2B5EF4-FFF2-40B4-BE49-F238E27FC236}">
                <a16:creationId xmlns:a16="http://schemas.microsoft.com/office/drawing/2014/main" id="{C817D8FE-2F91-1C3B-DEEF-2DD052B79273}"/>
              </a:ext>
            </a:extLst>
          </p:cNvPr>
          <p:cNvSpPr>
            <a:spLocks noGrp="1"/>
          </p:cNvSpPr>
          <p:nvPr>
            <p:ph type="title" hasCustomPrompt="1"/>
          </p:nvPr>
        </p:nvSpPr>
        <p:spPr/>
        <p:txBody>
          <a:bodyPr anchor="b"/>
          <a:lstStyle>
            <a:defPPr>
              <a:defRPr sz="5000" b="1">
                <a:solidFill>
                  <a:srgbClr val="FFFFFF"/>
                </a:solidFill>
                <a:latin typeface="Sansation"/>
                <a:ea typeface="Sansation"/>
                <a:cs typeface="Sansation"/>
              </a:defRPr>
            </a:defPPr>
            <a:lvl1pPr>
              <a:lnSpc>
                <a:spcPct val="75000"/>
              </a:lnSpc>
              <a:buNone/>
              <a:defRPr sz="5000" b="1">
                <a:solidFill>
                  <a:schemeClr val="bg1"/>
                </a:solidFill>
                <a:latin typeface="Sansation"/>
                <a:ea typeface="Sansation"/>
                <a:cs typeface="Sansation"/>
              </a:defRPr>
            </a:lvl1pPr>
            <a:lvl2pPr>
              <a:defRPr sz="5000" b="1">
                <a:solidFill>
                  <a:srgbClr val="FFFFFF"/>
                </a:solidFill>
                <a:latin typeface="Sansation"/>
                <a:ea typeface="Sansation"/>
                <a:cs typeface="Sansation"/>
              </a:defRPr>
            </a:lvl2pPr>
            <a:lvl3pPr>
              <a:defRPr sz="5000" b="1">
                <a:solidFill>
                  <a:srgbClr val="FFFFFF"/>
                </a:solidFill>
                <a:latin typeface="Sansation"/>
                <a:ea typeface="Sansation"/>
                <a:cs typeface="Sansation"/>
              </a:defRPr>
            </a:lvl3pPr>
            <a:lvl4pPr>
              <a:defRPr sz="5000" b="1">
                <a:solidFill>
                  <a:srgbClr val="FFFFFF"/>
                </a:solidFill>
                <a:latin typeface="Sansation"/>
                <a:ea typeface="Sansation"/>
                <a:cs typeface="Sansation"/>
              </a:defRPr>
            </a:lvl4pPr>
            <a:lvl5pPr>
              <a:defRPr sz="5000" b="1">
                <a:solidFill>
                  <a:srgbClr val="FFFFFF"/>
                </a:solidFill>
                <a:latin typeface="Sansation"/>
                <a:ea typeface="Sansation"/>
                <a:cs typeface="Sansation"/>
              </a:defRPr>
            </a:lvl5pPr>
            <a:lvl6pPr>
              <a:defRPr sz="5000" b="1">
                <a:solidFill>
                  <a:srgbClr val="FFFFFF"/>
                </a:solidFill>
                <a:latin typeface="Sansation"/>
                <a:ea typeface="Sansation"/>
                <a:cs typeface="Sansation"/>
              </a:defRPr>
            </a:lvl6pPr>
            <a:lvl7pPr>
              <a:defRPr sz="5000" b="1">
                <a:solidFill>
                  <a:srgbClr val="FFFFFF"/>
                </a:solidFill>
                <a:latin typeface="Sansation"/>
                <a:ea typeface="Sansation"/>
                <a:cs typeface="Sansation"/>
              </a:defRPr>
            </a:lvl7pPr>
            <a:lvl8pPr>
              <a:defRPr sz="5000" b="1">
                <a:solidFill>
                  <a:srgbClr val="FFFFFF"/>
                </a:solidFill>
                <a:latin typeface="Sansation"/>
                <a:ea typeface="Sansation"/>
                <a:cs typeface="Sansation"/>
              </a:defRPr>
            </a:lvl8pPr>
            <a:lvl9pPr>
              <a:defRPr sz="5000" b="1">
                <a:solidFill>
                  <a:srgbClr val="FFFFFF"/>
                </a:solidFill>
                <a:latin typeface="Sansation"/>
                <a:ea typeface="Sansation"/>
                <a:cs typeface="Sansation"/>
              </a:defRPr>
            </a:lvl9pPr>
          </a:lstStyle>
          <a:p>
            <a:pPr>
              <a:defRPr sz="5000" b="1">
                <a:solidFill>
                  <a:srgbClr val="FFFFFF"/>
                </a:solidFill>
                <a:latin typeface="Sansation"/>
                <a:ea typeface="Sansation"/>
                <a:cs typeface="Sansation"/>
              </a:defRPr>
            </a:pPr>
            <a:r>
              <a:rPr sz="5000" b="1">
                <a:solidFill>
                  <a:srgbClr val="FFFFFF"/>
                </a:solidFill>
                <a:latin typeface="Sansation"/>
                <a:ea typeface="Sansation"/>
                <a:cs typeface="Sansation"/>
              </a:rPr>
              <a:t>System One</a:t>
            </a:r>
            <a:endParaRPr/>
          </a:p>
          <a:p>
            <a:pPr>
              <a:defRPr sz="5000" b="1">
                <a:solidFill>
                  <a:srgbClr val="FFFFFF"/>
                </a:solidFill>
                <a:latin typeface="Sansation"/>
                <a:ea typeface="Sansation"/>
                <a:cs typeface="Sansation"/>
              </a:defRPr>
            </a:pPr>
            <a:r>
              <a:rPr sz="5000" b="1">
                <a:solidFill>
                  <a:srgbClr val="FFFFFF"/>
                </a:solidFill>
                <a:latin typeface="Sansation"/>
                <a:ea typeface="Sansation"/>
                <a:cs typeface="Sansation"/>
              </a:rPr>
              <a:t>Models</a:t>
            </a:r>
            <a:endParaRPr/>
          </a:p>
        </p:txBody>
      </p:sp>
      <p:sp>
        <p:nvSpPr>
          <p:cNvPr id="4" name="Tijdelijke aanduiding voor tekst 55">
            <a:extLst>
              <a:ext uri="{FF2B5EF4-FFF2-40B4-BE49-F238E27FC236}">
                <a16:creationId xmlns:a16="http://schemas.microsoft.com/office/drawing/2014/main" id="{3BC80C07-47A0-FBAD-2E22-2DC841B89D3B}"/>
              </a:ext>
            </a:extLst>
          </p:cNvPr>
          <p:cNvSpPr>
            <a:spLocks noGrp="1"/>
          </p:cNvSpPr>
          <p:nvPr>
            <p:ph type="body" idx="11" hasCustomPrompt="1"/>
          </p:nvPr>
        </p:nvSpPr>
        <p:spPr/>
        <p:txBody>
          <a:bodyPr>
            <a:normAutofit/>
          </a:bodyPr>
          <a:lstStyle>
            <a:defPPr>
              <a:defRPr sz="2200" b="1">
                <a:solidFill>
                  <a:srgbClr val="FF7A00"/>
                </a:solidFill>
                <a:latin typeface="Sansation"/>
                <a:ea typeface="Sansation"/>
                <a:cs typeface="Sansation"/>
              </a:defRPr>
            </a:defPPr>
            <a:lvl1pPr marL="0" indent="0">
              <a:buNone/>
              <a:defRPr sz="2200" b="1">
                <a:solidFill>
                  <a:srgbClr val="FF7A00"/>
                </a:solidFill>
                <a:latin typeface="Sansation"/>
                <a:ea typeface="Sansation"/>
                <a:cs typeface="Sansation"/>
              </a:defRPr>
            </a:lvl1pPr>
            <a:lvl2pPr>
              <a:defRPr sz="2200" b="1">
                <a:solidFill>
                  <a:srgbClr val="FF7A00"/>
                </a:solidFill>
                <a:latin typeface="Sansation"/>
                <a:ea typeface="Sansation"/>
                <a:cs typeface="Sansation"/>
              </a:defRPr>
            </a:lvl2pPr>
            <a:lvl3pPr>
              <a:defRPr sz="2200" b="1">
                <a:solidFill>
                  <a:srgbClr val="FF7A00"/>
                </a:solidFill>
                <a:latin typeface="Sansation"/>
                <a:ea typeface="Sansation"/>
                <a:cs typeface="Sansation"/>
              </a:defRPr>
            </a:lvl3pPr>
            <a:lvl4pPr>
              <a:defRPr sz="2200" b="1">
                <a:solidFill>
                  <a:srgbClr val="FF7A00"/>
                </a:solidFill>
                <a:latin typeface="Sansation"/>
                <a:ea typeface="Sansation"/>
                <a:cs typeface="Sansation"/>
              </a:defRPr>
            </a:lvl4pPr>
            <a:lvl5pPr>
              <a:defRPr sz="2200" b="1">
                <a:solidFill>
                  <a:srgbClr val="FF7A00"/>
                </a:solidFill>
                <a:latin typeface="Sansation"/>
                <a:ea typeface="Sansation"/>
                <a:cs typeface="Sansation"/>
              </a:defRPr>
            </a:lvl5pPr>
            <a:lvl6pPr>
              <a:defRPr sz="2200" b="1">
                <a:solidFill>
                  <a:srgbClr val="FF7A00"/>
                </a:solidFill>
                <a:latin typeface="Sansation"/>
                <a:ea typeface="Sansation"/>
                <a:cs typeface="Sansation"/>
              </a:defRPr>
            </a:lvl6pPr>
            <a:lvl7pPr>
              <a:defRPr sz="2200" b="1">
                <a:solidFill>
                  <a:srgbClr val="FF7A00"/>
                </a:solidFill>
                <a:latin typeface="Sansation"/>
                <a:ea typeface="Sansation"/>
                <a:cs typeface="Sansation"/>
              </a:defRPr>
            </a:lvl7pPr>
            <a:lvl8pPr>
              <a:defRPr sz="2200" b="1">
                <a:solidFill>
                  <a:srgbClr val="FF7A00"/>
                </a:solidFill>
                <a:latin typeface="Sansation"/>
                <a:ea typeface="Sansation"/>
                <a:cs typeface="Sansation"/>
              </a:defRPr>
            </a:lvl8pPr>
            <a:lvl9pPr>
              <a:defRPr sz="2200" b="1">
                <a:solidFill>
                  <a:srgbClr val="FF7A00"/>
                </a:solidFill>
                <a:latin typeface="Sansation"/>
                <a:ea typeface="Sansation"/>
                <a:cs typeface="Sansation"/>
              </a:defRPr>
            </a:lvl9pPr>
          </a:lstStyle>
          <a:p>
            <a:pPr lvl="0">
              <a:buNone/>
              <a:defRPr sz="2200" b="1">
                <a:solidFill>
                  <a:srgbClr val="FF7A00"/>
                </a:solidFill>
                <a:latin typeface="Sansation"/>
                <a:ea typeface="Sansation"/>
                <a:cs typeface="Sansation"/>
              </a:defRPr>
            </a:pPr>
            <a:r>
              <a:rPr sz="2200" b="1">
                <a:solidFill>
                  <a:srgbClr val="FF7A00"/>
                </a:solidFill>
                <a:latin typeface="Sansation"/>
                <a:ea typeface="Sansation"/>
                <a:cs typeface="Sansation"/>
              </a:rPr>
              <a:t>Jev in data engineering</a:t>
            </a:r>
            <a:endParaRPr/>
          </a:p>
        </p:txBody>
      </p:sp>
    </p:spTree>
    <p:extLst>
      <p:ext uri="{BB962C8B-B14F-4D97-AF65-F5344CB8AC3E}">
        <p14:creationId xmlns:p14="http://schemas.microsoft.com/office/powerpoint/2010/main" val="1490632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860EE7-33C6-3528-7071-D098B23E88C0}"/>
              </a:ext>
            </a:extLst>
          </p:cNvPr>
          <p:cNvSpPr>
            <a:spLocks noGrp="1"/>
          </p:cNvSpPr>
          <p:nvPr>
            <p:ph type="dt" idx="12"/>
          </p:nvPr>
        </p:nvSpPr>
        <p:spPr/>
        <p:txBody>
          <a:bodyPr/>
          <a:lstStyle/>
          <a:p>
            <a:fld id="{78E98ADC-5C57-47D4-B4A6-0B68D632ACBF}" type="datetime1">
              <a:rPr/>
              <a:t>23-10-2026</a:t>
            </a:fld>
            <a:endParaRPr/>
          </a:p>
        </p:txBody>
      </p:sp>
      <p:sp>
        <p:nvSpPr>
          <p:cNvPr id="3" name="Rectangle 2">
            <a:extLst>
              <a:ext uri="{FF2B5EF4-FFF2-40B4-BE49-F238E27FC236}">
                <a16:creationId xmlns:a16="http://schemas.microsoft.com/office/drawing/2014/main" id="{9A7A0D83-32B3-41E6-96C8-73F9E406DE38}"/>
              </a:ext>
            </a:extLst>
          </p:cNvPr>
          <p:cNvSpPr>
            <a:spLocks noGrp="1"/>
          </p:cNvSpPr>
          <p:nvPr/>
        </p:nvSpPr>
        <p:spPr>
          <a:xfrm>
            <a:off x="838200" y="619125"/>
            <a:ext cx="10515600" cy="952500"/>
          </a:xfrm>
          <a:prstGeom prst="rect">
            <a:avLst/>
          </a:prstGeom>
          <a:noFill/>
          <a:ln w="0">
            <a:noFill/>
            <a:prstDash val="solid"/>
          </a:ln>
        </p:spPr>
        <p:txBody>
          <a:bodyPr/>
          <a:lstStyle>
            <a:defPPr>
              <a:defRPr sz="4000" b="1">
                <a:solidFill>
                  <a:srgbClr val="323633"/>
                </a:solidFill>
                <a:latin typeface="Sansation"/>
                <a:ea typeface="Sansation"/>
                <a:cs typeface="Sansation"/>
              </a:defRPr>
            </a:defPPr>
            <a:lvl1pPr>
              <a:defRPr sz="4000" b="1">
                <a:solidFill>
                  <a:srgbClr val="323633"/>
                </a:solidFill>
                <a:latin typeface="Sansation"/>
                <a:ea typeface="Sansation"/>
                <a:cs typeface="Sansation"/>
              </a:defRPr>
            </a:lvl1pPr>
            <a:lvl2pPr>
              <a:defRPr sz="4000" b="1">
                <a:solidFill>
                  <a:srgbClr val="323633"/>
                </a:solidFill>
                <a:latin typeface="Sansation"/>
                <a:ea typeface="Sansation"/>
                <a:cs typeface="Sansation"/>
              </a:defRPr>
            </a:lvl2pPr>
            <a:lvl3pPr>
              <a:defRPr sz="4000" b="1">
                <a:solidFill>
                  <a:srgbClr val="323633"/>
                </a:solidFill>
                <a:latin typeface="Sansation"/>
                <a:ea typeface="Sansation"/>
                <a:cs typeface="Sansation"/>
              </a:defRPr>
            </a:lvl3pPr>
            <a:lvl4pPr>
              <a:defRPr sz="4000" b="1">
                <a:solidFill>
                  <a:srgbClr val="323633"/>
                </a:solidFill>
                <a:latin typeface="Sansation"/>
                <a:ea typeface="Sansation"/>
                <a:cs typeface="Sansation"/>
              </a:defRPr>
            </a:lvl4pPr>
            <a:lvl5pPr>
              <a:defRPr sz="4000" b="1">
                <a:solidFill>
                  <a:srgbClr val="323633"/>
                </a:solidFill>
                <a:latin typeface="Sansation"/>
                <a:ea typeface="Sansation"/>
                <a:cs typeface="Sansation"/>
              </a:defRPr>
            </a:lvl5pPr>
            <a:lvl6pPr>
              <a:defRPr sz="4000" b="1">
                <a:solidFill>
                  <a:srgbClr val="323633"/>
                </a:solidFill>
                <a:latin typeface="Sansation"/>
                <a:ea typeface="Sansation"/>
                <a:cs typeface="Sansation"/>
              </a:defRPr>
            </a:lvl6pPr>
            <a:lvl7pPr>
              <a:defRPr sz="4000" b="1">
                <a:solidFill>
                  <a:srgbClr val="323633"/>
                </a:solidFill>
                <a:latin typeface="Sansation"/>
                <a:ea typeface="Sansation"/>
                <a:cs typeface="Sansation"/>
              </a:defRPr>
            </a:lvl7pPr>
            <a:lvl8pPr>
              <a:defRPr sz="4000" b="1">
                <a:solidFill>
                  <a:srgbClr val="323633"/>
                </a:solidFill>
                <a:latin typeface="Sansation"/>
                <a:ea typeface="Sansation"/>
                <a:cs typeface="Sansation"/>
              </a:defRPr>
            </a:lvl8pPr>
            <a:lvl9pPr>
              <a:defRPr sz="4000" b="1">
                <a:solidFill>
                  <a:srgbClr val="323633"/>
                </a:solidFill>
                <a:latin typeface="Sansation"/>
                <a:ea typeface="Sansation"/>
                <a:cs typeface="Sansation"/>
              </a:defRPr>
            </a:lvl9pPr>
          </a:lstStyle>
          <a:p>
            <a:pPr>
              <a:defRPr sz="4000" b="1">
                <a:solidFill>
                  <a:srgbClr val="323633"/>
                </a:solidFill>
                <a:latin typeface="Sansation"/>
                <a:ea typeface="Sansation"/>
                <a:cs typeface="Sansation"/>
              </a:defRPr>
            </a:pPr>
            <a:r>
              <a:rPr sz="4000" b="1">
                <a:solidFill>
                  <a:srgbClr val="323633"/>
                </a:solidFill>
                <a:latin typeface="Sansation"/>
                <a:ea typeface="Sansation"/>
                <a:cs typeface="Sansation"/>
              </a:rPr>
              <a:t>What “System One” means</a:t>
            </a:r>
          </a:p>
        </p:txBody>
      </p:sp>
      <p:sp>
        <p:nvSpPr>
          <p:cNvPr id="4" name="Rectangle 3">
            <a:extLst>
              <a:ext uri="{FF2B5EF4-FFF2-40B4-BE49-F238E27FC236}">
                <a16:creationId xmlns:a16="http://schemas.microsoft.com/office/drawing/2014/main" id="{0C49EEED-CBB1-4FDD-B971-4B3881688BB1}"/>
              </a:ext>
            </a:extLst>
          </p:cNvPr>
          <p:cNvSpPr>
            <a:spLocks noGrp="1"/>
          </p:cNvSpPr>
          <p:nvPr/>
        </p:nvSpPr>
        <p:spPr>
          <a:xfrm>
            <a:off x="838200" y="1866900"/>
            <a:ext cx="10515600" cy="666750"/>
          </a:xfrm>
          <a:prstGeom prst="rect">
            <a:avLst/>
          </a:prstGeom>
          <a:noFill/>
          <a:ln w="0">
            <a:noFill/>
            <a:prstDash val="solid"/>
          </a:ln>
        </p:spPr>
        <p:txBody>
          <a:bodyPr/>
          <a:lstStyle>
            <a:defPPr>
              <a:defRPr sz="2850" b="0">
                <a:solidFill>
                  <a:srgbClr val="096508"/>
                </a:solidFill>
                <a:latin typeface="Sansation"/>
                <a:ea typeface="Sansation"/>
                <a:cs typeface="Sansation"/>
              </a:defRPr>
            </a:defPPr>
            <a:lvl1pPr>
              <a:defRPr sz="2850" b="0">
                <a:solidFill>
                  <a:srgbClr val="096508"/>
                </a:solidFill>
                <a:latin typeface="Sansation"/>
                <a:ea typeface="Sansation"/>
                <a:cs typeface="Sansation"/>
              </a:defRPr>
            </a:lvl1pPr>
            <a:lvl2pPr>
              <a:defRPr sz="2850" b="0">
                <a:solidFill>
                  <a:srgbClr val="096508"/>
                </a:solidFill>
                <a:latin typeface="Sansation"/>
                <a:ea typeface="Sansation"/>
                <a:cs typeface="Sansation"/>
              </a:defRPr>
            </a:lvl2pPr>
            <a:lvl3pPr>
              <a:defRPr sz="2850" b="0">
                <a:solidFill>
                  <a:srgbClr val="096508"/>
                </a:solidFill>
                <a:latin typeface="Sansation"/>
                <a:ea typeface="Sansation"/>
                <a:cs typeface="Sansation"/>
              </a:defRPr>
            </a:lvl3pPr>
            <a:lvl4pPr>
              <a:defRPr sz="2850" b="0">
                <a:solidFill>
                  <a:srgbClr val="096508"/>
                </a:solidFill>
                <a:latin typeface="Sansation"/>
                <a:ea typeface="Sansation"/>
                <a:cs typeface="Sansation"/>
              </a:defRPr>
            </a:lvl4pPr>
            <a:lvl5pPr>
              <a:defRPr sz="2850" b="0">
                <a:solidFill>
                  <a:srgbClr val="096508"/>
                </a:solidFill>
                <a:latin typeface="Sansation"/>
                <a:ea typeface="Sansation"/>
                <a:cs typeface="Sansation"/>
              </a:defRPr>
            </a:lvl5pPr>
            <a:lvl6pPr>
              <a:defRPr sz="2850" b="0">
                <a:solidFill>
                  <a:srgbClr val="096508"/>
                </a:solidFill>
                <a:latin typeface="Sansation"/>
                <a:ea typeface="Sansation"/>
                <a:cs typeface="Sansation"/>
              </a:defRPr>
            </a:lvl6pPr>
            <a:lvl7pPr>
              <a:defRPr sz="2850" b="0">
                <a:solidFill>
                  <a:srgbClr val="096508"/>
                </a:solidFill>
                <a:latin typeface="Sansation"/>
                <a:ea typeface="Sansation"/>
                <a:cs typeface="Sansation"/>
              </a:defRPr>
            </a:lvl7pPr>
            <a:lvl8pPr>
              <a:defRPr sz="2850" b="0">
                <a:solidFill>
                  <a:srgbClr val="096508"/>
                </a:solidFill>
                <a:latin typeface="Sansation"/>
                <a:ea typeface="Sansation"/>
                <a:cs typeface="Sansation"/>
              </a:defRPr>
            </a:lvl8pPr>
            <a:lvl9pPr>
              <a:defRPr sz="2850" b="0">
                <a:solidFill>
                  <a:srgbClr val="096508"/>
                </a:solidFill>
                <a:latin typeface="Sansation"/>
                <a:ea typeface="Sansation"/>
                <a:cs typeface="Sansation"/>
              </a:defRPr>
            </a:lvl9pPr>
          </a:lstStyle>
          <a:p>
            <a:pPr>
              <a:defRPr sz="2850" b="0">
                <a:solidFill>
                  <a:srgbClr val="096508"/>
                </a:solidFill>
                <a:latin typeface="Sansation"/>
                <a:ea typeface="Sansation"/>
                <a:cs typeface="Sansation"/>
              </a:defRPr>
            </a:pPr>
            <a:r>
              <a:rPr sz="2850" b="0">
                <a:solidFill>
                  <a:srgbClr val="096508"/>
                </a:solidFill>
                <a:latin typeface="Sansation"/>
                <a:ea typeface="Sansation"/>
                <a:cs typeface="Sansation"/>
              </a:rPr>
              <a:t>Fast decisions over supplied context</a:t>
            </a:r>
          </a:p>
        </p:txBody>
      </p:sp>
      <p:sp>
        <p:nvSpPr>
          <p:cNvPr id="5" name="Rectangle 4">
            <a:extLst>
              <a:ext uri="{FF2B5EF4-FFF2-40B4-BE49-F238E27FC236}">
                <a16:creationId xmlns:a16="http://schemas.microsoft.com/office/drawing/2014/main" id="{C6347201-CFD7-4793-98C1-D5E1674B36BE}"/>
              </a:ext>
            </a:extLst>
          </p:cNvPr>
          <p:cNvSpPr>
            <a:spLocks noGrp="1"/>
          </p:cNvSpPr>
          <p:nvPr/>
        </p:nvSpPr>
        <p:spPr>
          <a:xfrm>
            <a:off x="838200" y="2819400"/>
            <a:ext cx="10477500" cy="952500"/>
          </a:xfrm>
          <a:prstGeom prst="rect">
            <a:avLst/>
          </a:prstGeom>
          <a:noFill/>
          <a:ln w="0">
            <a:noFill/>
            <a:prstDash val="solid"/>
          </a:ln>
        </p:spPr>
        <p:txBody>
          <a:bodyPr/>
          <a:lstStyle>
            <a:defPPr>
              <a:defRPr sz="2175" b="0">
                <a:solidFill>
                  <a:srgbClr val="323633"/>
                </a:solidFill>
                <a:latin typeface="Sansation"/>
                <a:ea typeface="Sansation"/>
                <a:cs typeface="Sansation"/>
              </a:defRPr>
            </a:defPPr>
            <a:lvl1pPr>
              <a:defRPr sz="2175" b="0">
                <a:solidFill>
                  <a:srgbClr val="323633"/>
                </a:solidFill>
                <a:latin typeface="Sansation"/>
                <a:ea typeface="Sansation"/>
                <a:cs typeface="Sansation"/>
              </a:defRPr>
            </a:lvl1pPr>
            <a:lvl2pPr>
              <a:defRPr sz="2175" b="0">
                <a:solidFill>
                  <a:srgbClr val="323633"/>
                </a:solidFill>
                <a:latin typeface="Sansation"/>
                <a:ea typeface="Sansation"/>
                <a:cs typeface="Sansation"/>
              </a:defRPr>
            </a:lvl2pPr>
            <a:lvl3pPr>
              <a:defRPr sz="2175" b="0">
                <a:solidFill>
                  <a:srgbClr val="323633"/>
                </a:solidFill>
                <a:latin typeface="Sansation"/>
                <a:ea typeface="Sansation"/>
                <a:cs typeface="Sansation"/>
              </a:defRPr>
            </a:lvl3pPr>
            <a:lvl4pPr>
              <a:defRPr sz="2175" b="0">
                <a:solidFill>
                  <a:srgbClr val="323633"/>
                </a:solidFill>
                <a:latin typeface="Sansation"/>
                <a:ea typeface="Sansation"/>
                <a:cs typeface="Sansation"/>
              </a:defRPr>
            </a:lvl4pPr>
            <a:lvl5pPr>
              <a:defRPr sz="2175" b="0">
                <a:solidFill>
                  <a:srgbClr val="323633"/>
                </a:solidFill>
                <a:latin typeface="Sansation"/>
                <a:ea typeface="Sansation"/>
                <a:cs typeface="Sansation"/>
              </a:defRPr>
            </a:lvl5pPr>
            <a:lvl6pPr>
              <a:defRPr sz="2175" b="0">
                <a:solidFill>
                  <a:srgbClr val="323633"/>
                </a:solidFill>
                <a:latin typeface="Sansation"/>
                <a:ea typeface="Sansation"/>
                <a:cs typeface="Sansation"/>
              </a:defRPr>
            </a:lvl6pPr>
            <a:lvl7pPr>
              <a:defRPr sz="2175" b="0">
                <a:solidFill>
                  <a:srgbClr val="323633"/>
                </a:solidFill>
                <a:latin typeface="Sansation"/>
                <a:ea typeface="Sansation"/>
                <a:cs typeface="Sansation"/>
              </a:defRPr>
            </a:lvl7pPr>
            <a:lvl8pPr>
              <a:defRPr sz="2175" b="0">
                <a:solidFill>
                  <a:srgbClr val="323633"/>
                </a:solidFill>
                <a:latin typeface="Sansation"/>
                <a:ea typeface="Sansation"/>
                <a:cs typeface="Sansation"/>
              </a:defRPr>
            </a:lvl8pPr>
            <a:lvl9pPr>
              <a:defRPr sz="2175" b="0">
                <a:solidFill>
                  <a:srgbClr val="323633"/>
                </a:solidFill>
                <a:latin typeface="Sansation"/>
                <a:ea typeface="Sansation"/>
                <a:cs typeface="Sansation"/>
              </a:defRPr>
            </a:lvl9pPr>
          </a:lstStyle>
          <a:p>
            <a:pPr>
              <a:defRPr sz="2175" b="0">
                <a:solidFill>
                  <a:srgbClr val="323633"/>
                </a:solidFill>
                <a:latin typeface="Sansation"/>
                <a:ea typeface="Sansation"/>
                <a:cs typeface="Sansation"/>
              </a:defRPr>
            </a:pPr>
            <a:r>
              <a:rPr sz="2175" b="0">
                <a:solidFill>
                  <a:srgbClr val="323633"/>
                </a:solidFill>
                <a:latin typeface="Sansation"/>
                <a:ea typeface="Sansation"/>
                <a:cs typeface="Sansation"/>
              </a:rPr>
              <a:t>The name borrows from fast, intuitive System 1 thinking.</a:t>
            </a:r>
          </a:p>
          <a:p>
            <a:pPr>
              <a:defRPr sz="2175" b="0">
                <a:solidFill>
                  <a:srgbClr val="323633"/>
                </a:solidFill>
                <a:latin typeface="Sansation"/>
                <a:ea typeface="Sansation"/>
                <a:cs typeface="Sansation"/>
              </a:defRPr>
            </a:pPr>
            <a:r>
              <a:rPr sz="2175" b="0">
                <a:solidFill>
                  <a:srgbClr val="323633"/>
                </a:solidFill>
                <a:latin typeface="Sansation"/>
                <a:ea typeface="Sansation"/>
                <a:cs typeface="Sansation"/>
              </a:rPr>
              <a:t>TypeSafe introduced Jev in September 2026.</a:t>
            </a:r>
          </a:p>
        </p:txBody>
      </p:sp>
      <p:sp>
        <p:nvSpPr>
          <p:cNvPr id="6" name="Rectangle 5">
            <a:extLst>
              <a:ext uri="{FF2B5EF4-FFF2-40B4-BE49-F238E27FC236}">
                <a16:creationId xmlns:a16="http://schemas.microsoft.com/office/drawing/2014/main" id="{16070230-C993-4507-AE98-AFD6B5CF5DDA}"/>
              </a:ext>
            </a:extLst>
          </p:cNvPr>
          <p:cNvSpPr>
            <a:spLocks noGrp="1"/>
          </p:cNvSpPr>
          <p:nvPr/>
        </p:nvSpPr>
        <p:spPr>
          <a:xfrm>
            <a:off x="838200" y="4410075"/>
            <a:ext cx="4953000" cy="552450"/>
          </a:xfrm>
          <a:prstGeom prst="rect">
            <a:avLst/>
          </a:prstGeom>
          <a:noFill/>
          <a:ln w="0">
            <a:noFill/>
            <a:prstDash val="solid"/>
          </a:ln>
        </p:spPr>
        <p:txBody>
          <a:bodyPr/>
          <a:lstStyle>
            <a:defPPr>
              <a:defRPr sz="2400" b="1">
                <a:solidFill>
                  <a:srgbClr val="323633"/>
                </a:solidFill>
                <a:latin typeface="Sansation"/>
                <a:ea typeface="Sansation"/>
                <a:cs typeface="Sansation"/>
              </a:defRPr>
            </a:defPPr>
            <a:lvl1pPr>
              <a:defRPr sz="2400" b="1">
                <a:solidFill>
                  <a:srgbClr val="323633"/>
                </a:solidFill>
                <a:latin typeface="Sansation"/>
                <a:ea typeface="Sansation"/>
                <a:cs typeface="Sansation"/>
              </a:defRPr>
            </a:lvl1pPr>
            <a:lvl2pPr>
              <a:defRPr sz="2400" b="1">
                <a:solidFill>
                  <a:srgbClr val="323633"/>
                </a:solidFill>
                <a:latin typeface="Sansation"/>
                <a:ea typeface="Sansation"/>
                <a:cs typeface="Sansation"/>
              </a:defRPr>
            </a:lvl2pPr>
            <a:lvl3pPr>
              <a:defRPr sz="2400" b="1">
                <a:solidFill>
                  <a:srgbClr val="323633"/>
                </a:solidFill>
                <a:latin typeface="Sansation"/>
                <a:ea typeface="Sansation"/>
                <a:cs typeface="Sansation"/>
              </a:defRPr>
            </a:lvl3pPr>
            <a:lvl4pPr>
              <a:defRPr sz="2400" b="1">
                <a:solidFill>
                  <a:srgbClr val="323633"/>
                </a:solidFill>
                <a:latin typeface="Sansation"/>
                <a:ea typeface="Sansation"/>
                <a:cs typeface="Sansation"/>
              </a:defRPr>
            </a:lvl4pPr>
            <a:lvl5pPr>
              <a:defRPr sz="2400" b="1">
                <a:solidFill>
                  <a:srgbClr val="323633"/>
                </a:solidFill>
                <a:latin typeface="Sansation"/>
                <a:ea typeface="Sansation"/>
                <a:cs typeface="Sansation"/>
              </a:defRPr>
            </a:lvl5pPr>
            <a:lvl6pPr>
              <a:defRPr sz="2400" b="1">
                <a:solidFill>
                  <a:srgbClr val="323633"/>
                </a:solidFill>
                <a:latin typeface="Sansation"/>
                <a:ea typeface="Sansation"/>
                <a:cs typeface="Sansation"/>
              </a:defRPr>
            </a:lvl6pPr>
            <a:lvl7pPr>
              <a:defRPr sz="2400" b="1">
                <a:solidFill>
                  <a:srgbClr val="323633"/>
                </a:solidFill>
                <a:latin typeface="Sansation"/>
                <a:ea typeface="Sansation"/>
                <a:cs typeface="Sansation"/>
              </a:defRPr>
            </a:lvl7pPr>
            <a:lvl8pPr>
              <a:defRPr sz="2400" b="1">
                <a:solidFill>
                  <a:srgbClr val="323633"/>
                </a:solidFill>
                <a:latin typeface="Sansation"/>
                <a:ea typeface="Sansation"/>
                <a:cs typeface="Sansation"/>
              </a:defRPr>
            </a:lvl8pPr>
            <a:lvl9pPr>
              <a:defRPr sz="2400" b="1">
                <a:solidFill>
                  <a:srgbClr val="323633"/>
                </a:solidFill>
                <a:latin typeface="Sansation"/>
                <a:ea typeface="Sansation"/>
                <a:cs typeface="Sansation"/>
              </a:defRPr>
            </a:lvl9pPr>
          </a:lstStyle>
          <a:p>
            <a:pPr>
              <a:defRPr sz="2400" b="1">
                <a:solidFill>
                  <a:srgbClr val="323633"/>
                </a:solidFill>
                <a:latin typeface="Sansation"/>
                <a:ea typeface="Sansation"/>
                <a:cs typeface="Sansation"/>
              </a:defRPr>
            </a:pPr>
            <a:r>
              <a:rPr sz="2400" b="1">
                <a:solidFill>
                  <a:srgbClr val="323633"/>
                </a:solidFill>
                <a:latin typeface="Sansation"/>
                <a:ea typeface="Sansation"/>
                <a:cs typeface="Sansation"/>
              </a:rPr>
              <a:t>State + typed questions</a:t>
            </a:r>
          </a:p>
        </p:txBody>
      </p:sp>
      <p:sp>
        <p:nvSpPr>
          <p:cNvPr id="7" name="Rectangle 6">
            <a:extLst>
              <a:ext uri="{FF2B5EF4-FFF2-40B4-BE49-F238E27FC236}">
                <a16:creationId xmlns:a16="http://schemas.microsoft.com/office/drawing/2014/main" id="{3D59DB82-4130-4A80-93CB-49EC59CBBA56}"/>
              </a:ext>
            </a:extLst>
          </p:cNvPr>
          <p:cNvSpPr>
            <a:spLocks noGrp="1"/>
          </p:cNvSpPr>
          <p:nvPr/>
        </p:nvSpPr>
        <p:spPr>
          <a:xfrm>
            <a:off x="6286500" y="4410075"/>
            <a:ext cx="5238750" cy="552450"/>
          </a:xfrm>
          <a:prstGeom prst="rect">
            <a:avLst/>
          </a:prstGeom>
          <a:noFill/>
          <a:ln w="0">
            <a:noFill/>
            <a:prstDash val="solid"/>
          </a:ln>
        </p:spPr>
        <p:txBody>
          <a:bodyPr/>
          <a:lstStyle>
            <a:defPPr>
              <a:defRPr sz="2400" b="1">
                <a:solidFill>
                  <a:srgbClr val="323633"/>
                </a:solidFill>
                <a:latin typeface="Sansation"/>
                <a:ea typeface="Sansation"/>
                <a:cs typeface="Sansation"/>
              </a:defRPr>
            </a:defPPr>
            <a:lvl1pPr>
              <a:defRPr sz="2400" b="1">
                <a:solidFill>
                  <a:srgbClr val="323633"/>
                </a:solidFill>
                <a:latin typeface="Sansation"/>
                <a:ea typeface="Sansation"/>
                <a:cs typeface="Sansation"/>
              </a:defRPr>
            </a:lvl1pPr>
            <a:lvl2pPr>
              <a:defRPr sz="2400" b="1">
                <a:solidFill>
                  <a:srgbClr val="323633"/>
                </a:solidFill>
                <a:latin typeface="Sansation"/>
                <a:ea typeface="Sansation"/>
                <a:cs typeface="Sansation"/>
              </a:defRPr>
            </a:lvl2pPr>
            <a:lvl3pPr>
              <a:defRPr sz="2400" b="1">
                <a:solidFill>
                  <a:srgbClr val="323633"/>
                </a:solidFill>
                <a:latin typeface="Sansation"/>
                <a:ea typeface="Sansation"/>
                <a:cs typeface="Sansation"/>
              </a:defRPr>
            </a:lvl3pPr>
            <a:lvl4pPr>
              <a:defRPr sz="2400" b="1">
                <a:solidFill>
                  <a:srgbClr val="323633"/>
                </a:solidFill>
                <a:latin typeface="Sansation"/>
                <a:ea typeface="Sansation"/>
                <a:cs typeface="Sansation"/>
              </a:defRPr>
            </a:lvl4pPr>
            <a:lvl5pPr>
              <a:defRPr sz="2400" b="1">
                <a:solidFill>
                  <a:srgbClr val="323633"/>
                </a:solidFill>
                <a:latin typeface="Sansation"/>
                <a:ea typeface="Sansation"/>
                <a:cs typeface="Sansation"/>
              </a:defRPr>
            </a:lvl5pPr>
            <a:lvl6pPr>
              <a:defRPr sz="2400" b="1">
                <a:solidFill>
                  <a:srgbClr val="323633"/>
                </a:solidFill>
                <a:latin typeface="Sansation"/>
                <a:ea typeface="Sansation"/>
                <a:cs typeface="Sansation"/>
              </a:defRPr>
            </a:lvl6pPr>
            <a:lvl7pPr>
              <a:defRPr sz="2400" b="1">
                <a:solidFill>
                  <a:srgbClr val="323633"/>
                </a:solidFill>
                <a:latin typeface="Sansation"/>
                <a:ea typeface="Sansation"/>
                <a:cs typeface="Sansation"/>
              </a:defRPr>
            </a:lvl7pPr>
            <a:lvl8pPr>
              <a:defRPr sz="2400" b="1">
                <a:solidFill>
                  <a:srgbClr val="323633"/>
                </a:solidFill>
                <a:latin typeface="Sansation"/>
                <a:ea typeface="Sansation"/>
                <a:cs typeface="Sansation"/>
              </a:defRPr>
            </a:lvl8pPr>
            <a:lvl9pPr>
              <a:defRPr sz="2400" b="1">
                <a:solidFill>
                  <a:srgbClr val="323633"/>
                </a:solidFill>
                <a:latin typeface="Sansation"/>
                <a:ea typeface="Sansation"/>
                <a:cs typeface="Sansation"/>
              </a:defRPr>
            </a:lvl9pPr>
          </a:lstStyle>
          <a:p>
            <a:pPr>
              <a:defRPr sz="2400" b="1">
                <a:solidFill>
                  <a:srgbClr val="323633"/>
                </a:solidFill>
                <a:latin typeface="Sansation"/>
                <a:ea typeface="Sansation"/>
                <a:cs typeface="Sansation"/>
              </a:defRPr>
            </a:pPr>
            <a:r>
              <a:rPr sz="2400" b="1">
                <a:solidFill>
                  <a:srgbClr val="323633"/>
                </a:solidFill>
                <a:latin typeface="Sansation"/>
                <a:ea typeface="Sansation"/>
                <a:cs typeface="Sansation"/>
              </a:rPr>
              <a:t>Typed answers + probabilities</a:t>
            </a:r>
          </a:p>
        </p:txBody>
      </p:sp>
      <p:sp>
        <p:nvSpPr>
          <p:cNvPr id="8" name="Rectangle 7">
            <a:extLst>
              <a:ext uri="{FF2B5EF4-FFF2-40B4-BE49-F238E27FC236}">
                <a16:creationId xmlns:a16="http://schemas.microsoft.com/office/drawing/2014/main" id="{44006CA2-4E16-41D5-8CAF-50E0C27DE3C2}"/>
              </a:ext>
            </a:extLst>
          </p:cNvPr>
          <p:cNvSpPr>
            <a:spLocks noGrp="1"/>
          </p:cNvSpPr>
          <p:nvPr/>
        </p:nvSpPr>
        <p:spPr>
          <a:xfrm>
            <a:off x="838200" y="5438775"/>
            <a:ext cx="10382250" cy="428625"/>
          </a:xfrm>
          <a:prstGeom prst="rect">
            <a:avLst/>
          </a:prstGeom>
          <a:noFill/>
          <a:ln w="0">
            <a:noFill/>
            <a:prstDash val="solid"/>
          </a:ln>
        </p:spPr>
        <p:txBody>
          <a:bodyPr/>
          <a:lstStyle>
            <a:defPPr>
              <a:defRPr sz="2025" b="0">
                <a:solidFill>
                  <a:srgbClr val="323633"/>
                </a:solidFill>
                <a:latin typeface="Sansation"/>
                <a:ea typeface="Sansation"/>
                <a:cs typeface="Sansation"/>
              </a:defRPr>
            </a:defPPr>
            <a:lvl1pPr>
              <a:defRPr sz="2025" b="0">
                <a:solidFill>
                  <a:srgbClr val="323633"/>
                </a:solidFill>
                <a:latin typeface="Sansation"/>
                <a:ea typeface="Sansation"/>
                <a:cs typeface="Sansation"/>
              </a:defRPr>
            </a:lvl1pPr>
            <a:lvl2pPr>
              <a:defRPr sz="2025" b="0">
                <a:solidFill>
                  <a:srgbClr val="323633"/>
                </a:solidFill>
                <a:latin typeface="Sansation"/>
                <a:ea typeface="Sansation"/>
                <a:cs typeface="Sansation"/>
              </a:defRPr>
            </a:lvl2pPr>
            <a:lvl3pPr>
              <a:defRPr sz="2025" b="0">
                <a:solidFill>
                  <a:srgbClr val="323633"/>
                </a:solidFill>
                <a:latin typeface="Sansation"/>
                <a:ea typeface="Sansation"/>
                <a:cs typeface="Sansation"/>
              </a:defRPr>
            </a:lvl3pPr>
            <a:lvl4pPr>
              <a:defRPr sz="2025" b="0">
                <a:solidFill>
                  <a:srgbClr val="323633"/>
                </a:solidFill>
                <a:latin typeface="Sansation"/>
                <a:ea typeface="Sansation"/>
                <a:cs typeface="Sansation"/>
              </a:defRPr>
            </a:lvl4pPr>
            <a:lvl5pPr>
              <a:defRPr sz="2025" b="0">
                <a:solidFill>
                  <a:srgbClr val="323633"/>
                </a:solidFill>
                <a:latin typeface="Sansation"/>
                <a:ea typeface="Sansation"/>
                <a:cs typeface="Sansation"/>
              </a:defRPr>
            </a:lvl5pPr>
            <a:lvl6pPr>
              <a:defRPr sz="2025" b="0">
                <a:solidFill>
                  <a:srgbClr val="323633"/>
                </a:solidFill>
                <a:latin typeface="Sansation"/>
                <a:ea typeface="Sansation"/>
                <a:cs typeface="Sansation"/>
              </a:defRPr>
            </a:lvl6pPr>
            <a:lvl7pPr>
              <a:defRPr sz="2025" b="0">
                <a:solidFill>
                  <a:srgbClr val="323633"/>
                </a:solidFill>
                <a:latin typeface="Sansation"/>
                <a:ea typeface="Sansation"/>
                <a:cs typeface="Sansation"/>
              </a:defRPr>
            </a:lvl7pPr>
            <a:lvl8pPr>
              <a:defRPr sz="2025" b="0">
                <a:solidFill>
                  <a:srgbClr val="323633"/>
                </a:solidFill>
                <a:latin typeface="Sansation"/>
                <a:ea typeface="Sansation"/>
                <a:cs typeface="Sansation"/>
              </a:defRPr>
            </a:lvl8pPr>
            <a:lvl9pPr>
              <a:defRPr sz="2025" b="0">
                <a:solidFill>
                  <a:srgbClr val="323633"/>
                </a:solidFill>
                <a:latin typeface="Sansation"/>
                <a:ea typeface="Sansation"/>
                <a:cs typeface="Sansation"/>
              </a:defRPr>
            </a:lvl9pPr>
          </a:lstStyle>
          <a:p>
            <a:pPr>
              <a:defRPr sz="2025" b="0">
                <a:solidFill>
                  <a:srgbClr val="323633"/>
                </a:solidFill>
                <a:latin typeface="Sansation"/>
                <a:ea typeface="Sansation"/>
                <a:cs typeface="Sansation"/>
              </a:defRPr>
            </a:pPr>
            <a:r>
              <a:rPr sz="2025" b="0" dirty="0">
                <a:solidFill>
                  <a:srgbClr val="323633"/>
                </a:solidFill>
                <a:latin typeface="Sansation"/>
                <a:ea typeface="Sansation"/>
                <a:cs typeface="Sansation"/>
              </a:rPr>
              <a:t>The interface is designed for software to act on.</a:t>
            </a:r>
          </a:p>
        </p:txBody>
      </p:sp>
    </p:spTree>
    <p:extLst>
      <p:ext uri="{BB962C8B-B14F-4D97-AF65-F5344CB8AC3E}">
        <p14:creationId xmlns:p14="http://schemas.microsoft.com/office/powerpoint/2010/main" val="1527671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860EE7-33C6-3528-7071-D098B23E88C0}"/>
              </a:ext>
            </a:extLst>
          </p:cNvPr>
          <p:cNvSpPr>
            <a:spLocks noGrp="1"/>
          </p:cNvSpPr>
          <p:nvPr>
            <p:ph type="dt" idx="12"/>
          </p:nvPr>
        </p:nvSpPr>
        <p:spPr/>
        <p:txBody>
          <a:bodyPr/>
          <a:lstStyle/>
          <a:p>
            <a:fld id="{78E98ADC-5C57-47D4-B4A6-0B68D632ACBF}" type="datetime1">
              <a:rPr/>
              <a:t>23-10-2026</a:t>
            </a:fld>
            <a:endParaRPr/>
          </a:p>
        </p:txBody>
      </p:sp>
      <p:sp>
        <p:nvSpPr>
          <p:cNvPr id="3" name="Rectangle 2">
            <a:extLst>
              <a:ext uri="{FF2B5EF4-FFF2-40B4-BE49-F238E27FC236}">
                <a16:creationId xmlns:a16="http://schemas.microsoft.com/office/drawing/2014/main" id="{D7DD4B70-468B-410A-BD39-DAF1579E6CCB}"/>
              </a:ext>
            </a:extLst>
          </p:cNvPr>
          <p:cNvSpPr>
            <a:spLocks noGrp="1"/>
          </p:cNvSpPr>
          <p:nvPr/>
        </p:nvSpPr>
        <p:spPr>
          <a:xfrm>
            <a:off x="838200" y="619125"/>
            <a:ext cx="10515600" cy="952500"/>
          </a:xfrm>
          <a:prstGeom prst="rect">
            <a:avLst/>
          </a:prstGeom>
          <a:noFill/>
          <a:ln w="0">
            <a:noFill/>
            <a:prstDash val="solid"/>
          </a:ln>
        </p:spPr>
        <p:txBody>
          <a:bodyPr/>
          <a:lstStyle>
            <a:defPPr>
              <a:defRPr sz="4000" b="1">
                <a:solidFill>
                  <a:srgbClr val="323633"/>
                </a:solidFill>
                <a:latin typeface="Sansation"/>
                <a:ea typeface="Sansation"/>
                <a:cs typeface="Sansation"/>
              </a:defRPr>
            </a:defPPr>
            <a:lvl1pPr>
              <a:defRPr sz="4000" b="1">
                <a:solidFill>
                  <a:srgbClr val="323633"/>
                </a:solidFill>
                <a:latin typeface="Sansation"/>
                <a:ea typeface="Sansation"/>
                <a:cs typeface="Sansation"/>
              </a:defRPr>
            </a:lvl1pPr>
            <a:lvl2pPr>
              <a:defRPr sz="4000" b="1">
                <a:solidFill>
                  <a:srgbClr val="323633"/>
                </a:solidFill>
                <a:latin typeface="Sansation"/>
                <a:ea typeface="Sansation"/>
                <a:cs typeface="Sansation"/>
              </a:defRPr>
            </a:lvl2pPr>
            <a:lvl3pPr>
              <a:defRPr sz="4000" b="1">
                <a:solidFill>
                  <a:srgbClr val="323633"/>
                </a:solidFill>
                <a:latin typeface="Sansation"/>
                <a:ea typeface="Sansation"/>
                <a:cs typeface="Sansation"/>
              </a:defRPr>
            </a:lvl3pPr>
            <a:lvl4pPr>
              <a:defRPr sz="4000" b="1">
                <a:solidFill>
                  <a:srgbClr val="323633"/>
                </a:solidFill>
                <a:latin typeface="Sansation"/>
                <a:ea typeface="Sansation"/>
                <a:cs typeface="Sansation"/>
              </a:defRPr>
            </a:lvl4pPr>
            <a:lvl5pPr>
              <a:defRPr sz="4000" b="1">
                <a:solidFill>
                  <a:srgbClr val="323633"/>
                </a:solidFill>
                <a:latin typeface="Sansation"/>
                <a:ea typeface="Sansation"/>
                <a:cs typeface="Sansation"/>
              </a:defRPr>
            </a:lvl5pPr>
            <a:lvl6pPr>
              <a:defRPr sz="4000" b="1">
                <a:solidFill>
                  <a:srgbClr val="323633"/>
                </a:solidFill>
                <a:latin typeface="Sansation"/>
                <a:ea typeface="Sansation"/>
                <a:cs typeface="Sansation"/>
              </a:defRPr>
            </a:lvl6pPr>
            <a:lvl7pPr>
              <a:defRPr sz="4000" b="1">
                <a:solidFill>
                  <a:srgbClr val="323633"/>
                </a:solidFill>
                <a:latin typeface="Sansation"/>
                <a:ea typeface="Sansation"/>
                <a:cs typeface="Sansation"/>
              </a:defRPr>
            </a:lvl7pPr>
            <a:lvl8pPr>
              <a:defRPr sz="4000" b="1">
                <a:solidFill>
                  <a:srgbClr val="323633"/>
                </a:solidFill>
                <a:latin typeface="Sansation"/>
                <a:ea typeface="Sansation"/>
                <a:cs typeface="Sansation"/>
              </a:defRPr>
            </a:lvl8pPr>
            <a:lvl9pPr>
              <a:defRPr sz="4000" b="1">
                <a:solidFill>
                  <a:srgbClr val="323633"/>
                </a:solidFill>
                <a:latin typeface="Sansation"/>
                <a:ea typeface="Sansation"/>
                <a:cs typeface="Sansation"/>
              </a:defRPr>
            </a:lvl9pPr>
          </a:lstStyle>
          <a:p>
            <a:pPr>
              <a:defRPr sz="4000" b="1">
                <a:solidFill>
                  <a:srgbClr val="323633"/>
                </a:solidFill>
                <a:latin typeface="Sansation"/>
                <a:ea typeface="Sansation"/>
                <a:cs typeface="Sansation"/>
              </a:defRPr>
            </a:pPr>
            <a:r>
              <a:rPr sz="4000" b="1" dirty="0">
                <a:solidFill>
                  <a:srgbClr val="323633"/>
                </a:solidFill>
                <a:latin typeface="Sansation"/>
                <a:ea typeface="Sansation"/>
                <a:cs typeface="Sansation"/>
              </a:rPr>
              <a:t>Why is </a:t>
            </a:r>
            <a:r>
              <a:rPr sz="4000" b="1" dirty="0" err="1">
                <a:solidFill>
                  <a:srgbClr val="323633"/>
                </a:solidFill>
                <a:latin typeface="Sansation"/>
                <a:ea typeface="Sansation"/>
                <a:cs typeface="Sansation"/>
              </a:rPr>
              <a:t>Jev</a:t>
            </a:r>
            <a:r>
              <a:rPr sz="4000" b="1" dirty="0">
                <a:solidFill>
                  <a:srgbClr val="323633"/>
                </a:solidFill>
                <a:latin typeface="Sansation"/>
                <a:ea typeface="Sansation"/>
                <a:cs typeface="Sansation"/>
              </a:rPr>
              <a:t> faster and cheaper</a:t>
            </a:r>
          </a:p>
        </p:txBody>
      </p:sp>
      <p:sp>
        <p:nvSpPr>
          <p:cNvPr id="4" name="Rectangle 3">
            <a:extLst>
              <a:ext uri="{FF2B5EF4-FFF2-40B4-BE49-F238E27FC236}">
                <a16:creationId xmlns:a16="http://schemas.microsoft.com/office/drawing/2014/main" id="{9E086ED4-B5FC-4993-9392-A821DA029F33}"/>
              </a:ext>
            </a:extLst>
          </p:cNvPr>
          <p:cNvSpPr>
            <a:spLocks noGrp="1"/>
          </p:cNvSpPr>
          <p:nvPr/>
        </p:nvSpPr>
        <p:spPr>
          <a:xfrm>
            <a:off x="838200" y="1809750"/>
            <a:ext cx="10515600" cy="552450"/>
          </a:xfrm>
          <a:prstGeom prst="rect">
            <a:avLst/>
          </a:prstGeom>
          <a:noFill/>
          <a:ln w="0">
            <a:noFill/>
            <a:prstDash val="solid"/>
          </a:ln>
        </p:spPr>
        <p:txBody>
          <a:bodyPr/>
          <a:lstStyle>
            <a:defPPr>
              <a:defRPr sz="2850" b="0">
                <a:solidFill>
                  <a:srgbClr val="096508"/>
                </a:solidFill>
                <a:latin typeface="Sansation"/>
                <a:ea typeface="Sansation"/>
                <a:cs typeface="Sansation"/>
              </a:defRPr>
            </a:defPPr>
            <a:lvl1pPr>
              <a:defRPr sz="2850" b="0">
                <a:solidFill>
                  <a:srgbClr val="096508"/>
                </a:solidFill>
                <a:latin typeface="Sansation"/>
                <a:ea typeface="Sansation"/>
                <a:cs typeface="Sansation"/>
              </a:defRPr>
            </a:lvl1pPr>
            <a:lvl2pPr>
              <a:defRPr sz="2850" b="0">
                <a:solidFill>
                  <a:srgbClr val="096508"/>
                </a:solidFill>
                <a:latin typeface="Sansation"/>
                <a:ea typeface="Sansation"/>
                <a:cs typeface="Sansation"/>
              </a:defRPr>
            </a:lvl2pPr>
            <a:lvl3pPr>
              <a:defRPr sz="2850" b="0">
                <a:solidFill>
                  <a:srgbClr val="096508"/>
                </a:solidFill>
                <a:latin typeface="Sansation"/>
                <a:ea typeface="Sansation"/>
                <a:cs typeface="Sansation"/>
              </a:defRPr>
            </a:lvl3pPr>
            <a:lvl4pPr>
              <a:defRPr sz="2850" b="0">
                <a:solidFill>
                  <a:srgbClr val="096508"/>
                </a:solidFill>
                <a:latin typeface="Sansation"/>
                <a:ea typeface="Sansation"/>
                <a:cs typeface="Sansation"/>
              </a:defRPr>
            </a:lvl4pPr>
            <a:lvl5pPr>
              <a:defRPr sz="2850" b="0">
                <a:solidFill>
                  <a:srgbClr val="096508"/>
                </a:solidFill>
                <a:latin typeface="Sansation"/>
                <a:ea typeface="Sansation"/>
                <a:cs typeface="Sansation"/>
              </a:defRPr>
            </a:lvl5pPr>
            <a:lvl6pPr>
              <a:defRPr sz="2850" b="0">
                <a:solidFill>
                  <a:srgbClr val="096508"/>
                </a:solidFill>
                <a:latin typeface="Sansation"/>
                <a:ea typeface="Sansation"/>
                <a:cs typeface="Sansation"/>
              </a:defRPr>
            </a:lvl6pPr>
            <a:lvl7pPr>
              <a:defRPr sz="2850" b="0">
                <a:solidFill>
                  <a:srgbClr val="096508"/>
                </a:solidFill>
                <a:latin typeface="Sansation"/>
                <a:ea typeface="Sansation"/>
                <a:cs typeface="Sansation"/>
              </a:defRPr>
            </a:lvl7pPr>
            <a:lvl8pPr>
              <a:defRPr sz="2850" b="0">
                <a:solidFill>
                  <a:srgbClr val="096508"/>
                </a:solidFill>
                <a:latin typeface="Sansation"/>
                <a:ea typeface="Sansation"/>
                <a:cs typeface="Sansation"/>
              </a:defRPr>
            </a:lvl8pPr>
            <a:lvl9pPr>
              <a:defRPr sz="2850" b="0">
                <a:solidFill>
                  <a:srgbClr val="096508"/>
                </a:solidFill>
                <a:latin typeface="Sansation"/>
                <a:ea typeface="Sansation"/>
                <a:cs typeface="Sansation"/>
              </a:defRPr>
            </a:lvl9pPr>
          </a:lstStyle>
          <a:p>
            <a:pPr>
              <a:defRPr sz="2850" b="0">
                <a:solidFill>
                  <a:srgbClr val="096508"/>
                </a:solidFill>
                <a:latin typeface="Sansation"/>
                <a:ea typeface="Sansation"/>
                <a:cs typeface="Sansation"/>
              </a:defRPr>
            </a:pPr>
            <a:r>
              <a:rPr sz="2850" b="0">
                <a:solidFill>
                  <a:srgbClr val="096508"/>
                </a:solidFill>
                <a:latin typeface="Sansation"/>
                <a:ea typeface="Sansation"/>
                <a:cs typeface="Sansation"/>
              </a:rPr>
              <a:t>Less sequential work per decision</a:t>
            </a:r>
          </a:p>
        </p:txBody>
      </p:sp>
      <p:sp>
        <p:nvSpPr>
          <p:cNvPr id="5" name="Rectangle 4">
            <a:extLst>
              <a:ext uri="{FF2B5EF4-FFF2-40B4-BE49-F238E27FC236}">
                <a16:creationId xmlns:a16="http://schemas.microsoft.com/office/drawing/2014/main" id="{02DA02BC-83BA-4788-8AFA-6220CAD28887}"/>
              </a:ext>
            </a:extLst>
          </p:cNvPr>
          <p:cNvSpPr>
            <a:spLocks noGrp="1"/>
          </p:cNvSpPr>
          <p:nvPr/>
        </p:nvSpPr>
        <p:spPr>
          <a:xfrm>
            <a:off x="838200" y="2752725"/>
            <a:ext cx="4953000" cy="457200"/>
          </a:xfrm>
          <a:prstGeom prst="rect">
            <a:avLst/>
          </a:prstGeom>
          <a:noFill/>
          <a:ln w="0">
            <a:noFill/>
            <a:prstDash val="solid"/>
          </a:ln>
        </p:spPr>
        <p:txBody>
          <a:bodyPr/>
          <a:lstStyle>
            <a:defPPr>
              <a:defRPr sz="2250" b="1">
                <a:solidFill>
                  <a:srgbClr val="323633"/>
                </a:solidFill>
                <a:latin typeface="Sansation"/>
                <a:ea typeface="Sansation"/>
                <a:cs typeface="Sansation"/>
              </a:defRPr>
            </a:defPPr>
            <a:lvl1pPr>
              <a:defRPr sz="2250" b="1">
                <a:solidFill>
                  <a:srgbClr val="323633"/>
                </a:solidFill>
                <a:latin typeface="Sansation"/>
                <a:ea typeface="Sansation"/>
                <a:cs typeface="Sansation"/>
              </a:defRPr>
            </a:lvl1pPr>
            <a:lvl2pPr>
              <a:defRPr sz="2250" b="1">
                <a:solidFill>
                  <a:srgbClr val="323633"/>
                </a:solidFill>
                <a:latin typeface="Sansation"/>
                <a:ea typeface="Sansation"/>
                <a:cs typeface="Sansation"/>
              </a:defRPr>
            </a:lvl2pPr>
            <a:lvl3pPr>
              <a:defRPr sz="2250" b="1">
                <a:solidFill>
                  <a:srgbClr val="323633"/>
                </a:solidFill>
                <a:latin typeface="Sansation"/>
                <a:ea typeface="Sansation"/>
                <a:cs typeface="Sansation"/>
              </a:defRPr>
            </a:lvl3pPr>
            <a:lvl4pPr>
              <a:defRPr sz="2250" b="1">
                <a:solidFill>
                  <a:srgbClr val="323633"/>
                </a:solidFill>
                <a:latin typeface="Sansation"/>
                <a:ea typeface="Sansation"/>
                <a:cs typeface="Sansation"/>
              </a:defRPr>
            </a:lvl4pPr>
            <a:lvl5pPr>
              <a:defRPr sz="2250" b="1">
                <a:solidFill>
                  <a:srgbClr val="323633"/>
                </a:solidFill>
                <a:latin typeface="Sansation"/>
                <a:ea typeface="Sansation"/>
                <a:cs typeface="Sansation"/>
              </a:defRPr>
            </a:lvl5pPr>
            <a:lvl6pPr>
              <a:defRPr sz="2250" b="1">
                <a:solidFill>
                  <a:srgbClr val="323633"/>
                </a:solidFill>
                <a:latin typeface="Sansation"/>
                <a:ea typeface="Sansation"/>
                <a:cs typeface="Sansation"/>
              </a:defRPr>
            </a:lvl6pPr>
            <a:lvl7pPr>
              <a:defRPr sz="2250" b="1">
                <a:solidFill>
                  <a:srgbClr val="323633"/>
                </a:solidFill>
                <a:latin typeface="Sansation"/>
                <a:ea typeface="Sansation"/>
                <a:cs typeface="Sansation"/>
              </a:defRPr>
            </a:lvl7pPr>
            <a:lvl8pPr>
              <a:defRPr sz="2250" b="1">
                <a:solidFill>
                  <a:srgbClr val="323633"/>
                </a:solidFill>
                <a:latin typeface="Sansation"/>
                <a:ea typeface="Sansation"/>
                <a:cs typeface="Sansation"/>
              </a:defRPr>
            </a:lvl8pPr>
            <a:lvl9pPr>
              <a:defRPr sz="2250" b="1">
                <a:solidFill>
                  <a:srgbClr val="323633"/>
                </a:solidFill>
                <a:latin typeface="Sansation"/>
                <a:ea typeface="Sansation"/>
                <a:cs typeface="Sansation"/>
              </a:defRPr>
            </a:lvl9pPr>
          </a:lstStyle>
          <a:p>
            <a:pPr>
              <a:defRPr sz="2250" b="1">
                <a:solidFill>
                  <a:srgbClr val="323633"/>
                </a:solidFill>
                <a:latin typeface="Sansation"/>
                <a:ea typeface="Sansation"/>
                <a:cs typeface="Sansation"/>
              </a:defRPr>
            </a:pPr>
            <a:r>
              <a:rPr sz="2250" b="1">
                <a:solidFill>
                  <a:srgbClr val="323633"/>
                </a:solidFill>
                <a:latin typeface="Sansation"/>
                <a:ea typeface="Sansation"/>
                <a:cs typeface="Sansation"/>
              </a:rPr>
              <a:t>Typical LLM decoding</a:t>
            </a:r>
          </a:p>
        </p:txBody>
      </p:sp>
      <p:sp>
        <p:nvSpPr>
          <p:cNvPr id="6" name="Rectangle 5">
            <a:extLst>
              <a:ext uri="{FF2B5EF4-FFF2-40B4-BE49-F238E27FC236}">
                <a16:creationId xmlns:a16="http://schemas.microsoft.com/office/drawing/2014/main" id="{8487F6AD-E235-4B08-B62A-3120A3751264}"/>
              </a:ext>
            </a:extLst>
          </p:cNvPr>
          <p:cNvSpPr>
            <a:spLocks noGrp="1"/>
          </p:cNvSpPr>
          <p:nvPr/>
        </p:nvSpPr>
        <p:spPr>
          <a:xfrm>
            <a:off x="838200" y="3362325"/>
            <a:ext cx="4953000" cy="1190625"/>
          </a:xfrm>
          <a:prstGeom prst="rect">
            <a:avLst/>
          </a:prstGeom>
          <a:noFill/>
          <a:ln w="0">
            <a:noFill/>
            <a:prstDash val="solid"/>
          </a:ln>
        </p:spPr>
        <p:txBody>
          <a:bodyPr/>
          <a:lstStyle>
            <a:defPPr>
              <a:defRPr sz="2100" b="0">
                <a:solidFill>
                  <a:srgbClr val="323633"/>
                </a:solidFill>
                <a:latin typeface="Sansation"/>
                <a:ea typeface="Sansation"/>
                <a:cs typeface="Sansation"/>
              </a:defRPr>
            </a:defPPr>
            <a:lvl1pPr>
              <a:defRPr sz="2100" b="0">
                <a:solidFill>
                  <a:srgbClr val="323633"/>
                </a:solidFill>
                <a:latin typeface="Sansation"/>
                <a:ea typeface="Sansation"/>
                <a:cs typeface="Sansation"/>
              </a:defRPr>
            </a:lvl1pPr>
            <a:lvl2pPr>
              <a:defRPr sz="2100" b="0">
                <a:solidFill>
                  <a:srgbClr val="323633"/>
                </a:solidFill>
                <a:latin typeface="Sansation"/>
                <a:ea typeface="Sansation"/>
                <a:cs typeface="Sansation"/>
              </a:defRPr>
            </a:lvl2pPr>
            <a:lvl3pPr>
              <a:defRPr sz="2100" b="0">
                <a:solidFill>
                  <a:srgbClr val="323633"/>
                </a:solidFill>
                <a:latin typeface="Sansation"/>
                <a:ea typeface="Sansation"/>
                <a:cs typeface="Sansation"/>
              </a:defRPr>
            </a:lvl3pPr>
            <a:lvl4pPr>
              <a:defRPr sz="2100" b="0">
                <a:solidFill>
                  <a:srgbClr val="323633"/>
                </a:solidFill>
                <a:latin typeface="Sansation"/>
                <a:ea typeface="Sansation"/>
                <a:cs typeface="Sansation"/>
              </a:defRPr>
            </a:lvl4pPr>
            <a:lvl5pPr>
              <a:defRPr sz="2100" b="0">
                <a:solidFill>
                  <a:srgbClr val="323633"/>
                </a:solidFill>
                <a:latin typeface="Sansation"/>
                <a:ea typeface="Sansation"/>
                <a:cs typeface="Sansation"/>
              </a:defRPr>
            </a:lvl5pPr>
            <a:lvl6pPr>
              <a:defRPr sz="2100" b="0">
                <a:solidFill>
                  <a:srgbClr val="323633"/>
                </a:solidFill>
                <a:latin typeface="Sansation"/>
                <a:ea typeface="Sansation"/>
                <a:cs typeface="Sansation"/>
              </a:defRPr>
            </a:lvl6pPr>
            <a:lvl7pPr>
              <a:defRPr sz="2100" b="0">
                <a:solidFill>
                  <a:srgbClr val="323633"/>
                </a:solidFill>
                <a:latin typeface="Sansation"/>
                <a:ea typeface="Sansation"/>
                <a:cs typeface="Sansation"/>
              </a:defRPr>
            </a:lvl7pPr>
            <a:lvl8pPr>
              <a:defRPr sz="2100" b="0">
                <a:solidFill>
                  <a:srgbClr val="323633"/>
                </a:solidFill>
                <a:latin typeface="Sansation"/>
                <a:ea typeface="Sansation"/>
                <a:cs typeface="Sansation"/>
              </a:defRPr>
            </a:lvl8pPr>
            <a:lvl9pPr>
              <a:defRPr sz="2100" b="0">
                <a:solidFill>
                  <a:srgbClr val="323633"/>
                </a:solidFill>
                <a:latin typeface="Sansation"/>
                <a:ea typeface="Sansation"/>
                <a:cs typeface="Sansation"/>
              </a:defRPr>
            </a:lvl9pPr>
          </a:lstStyle>
          <a:p>
            <a:pPr>
              <a:defRPr sz="2100" b="0">
                <a:solidFill>
                  <a:srgbClr val="323633"/>
                </a:solidFill>
                <a:latin typeface="Sansation"/>
                <a:ea typeface="Sansation"/>
                <a:cs typeface="Sansation"/>
              </a:defRPr>
            </a:pPr>
            <a:r>
              <a:rPr sz="2100" b="0">
                <a:solidFill>
                  <a:srgbClr val="323633"/>
                </a:solidFill>
                <a:latin typeface="Sansation"/>
                <a:ea typeface="Sansation"/>
                <a:cs typeface="Sansation"/>
              </a:rPr>
              <a:t>Generates output tokens in sequence.</a:t>
            </a:r>
          </a:p>
          <a:p>
            <a:pPr>
              <a:defRPr sz="2100" b="0">
                <a:solidFill>
                  <a:srgbClr val="323633"/>
                </a:solidFill>
                <a:latin typeface="Sansation"/>
                <a:ea typeface="Sansation"/>
                <a:cs typeface="Sansation"/>
              </a:defRPr>
            </a:pPr>
            <a:r>
              <a:rPr sz="2100" b="0">
                <a:solidFill>
                  <a:srgbClr val="323633"/>
                </a:solidFill>
                <a:latin typeface="Sansation"/>
                <a:ea typeface="Sansation"/>
                <a:cs typeface="Sansation"/>
              </a:rPr>
              <a:t>Even a JSON answer takes decoding steps.</a:t>
            </a:r>
          </a:p>
        </p:txBody>
      </p:sp>
      <p:sp>
        <p:nvSpPr>
          <p:cNvPr id="7" name="Rectangle 6">
            <a:extLst>
              <a:ext uri="{FF2B5EF4-FFF2-40B4-BE49-F238E27FC236}">
                <a16:creationId xmlns:a16="http://schemas.microsoft.com/office/drawing/2014/main" id="{74F7CC56-D72F-4378-AEED-2C87801025F4}"/>
              </a:ext>
            </a:extLst>
          </p:cNvPr>
          <p:cNvSpPr>
            <a:spLocks noGrp="1"/>
          </p:cNvSpPr>
          <p:nvPr/>
        </p:nvSpPr>
        <p:spPr>
          <a:xfrm>
            <a:off x="6419850" y="2752725"/>
            <a:ext cx="5086350" cy="457200"/>
          </a:xfrm>
          <a:prstGeom prst="rect">
            <a:avLst/>
          </a:prstGeom>
          <a:noFill/>
          <a:ln w="0">
            <a:noFill/>
            <a:prstDash val="solid"/>
          </a:ln>
        </p:spPr>
        <p:txBody>
          <a:bodyPr/>
          <a:lstStyle>
            <a:defPPr>
              <a:defRPr sz="2250" b="1">
                <a:solidFill>
                  <a:srgbClr val="323633"/>
                </a:solidFill>
                <a:latin typeface="Sansation"/>
                <a:ea typeface="Sansation"/>
                <a:cs typeface="Sansation"/>
              </a:defRPr>
            </a:defPPr>
            <a:lvl1pPr>
              <a:defRPr sz="2250" b="1">
                <a:solidFill>
                  <a:srgbClr val="323633"/>
                </a:solidFill>
                <a:latin typeface="Sansation"/>
                <a:ea typeface="Sansation"/>
                <a:cs typeface="Sansation"/>
              </a:defRPr>
            </a:lvl1pPr>
            <a:lvl2pPr>
              <a:defRPr sz="2250" b="1">
                <a:solidFill>
                  <a:srgbClr val="323633"/>
                </a:solidFill>
                <a:latin typeface="Sansation"/>
                <a:ea typeface="Sansation"/>
                <a:cs typeface="Sansation"/>
              </a:defRPr>
            </a:lvl2pPr>
            <a:lvl3pPr>
              <a:defRPr sz="2250" b="1">
                <a:solidFill>
                  <a:srgbClr val="323633"/>
                </a:solidFill>
                <a:latin typeface="Sansation"/>
                <a:ea typeface="Sansation"/>
                <a:cs typeface="Sansation"/>
              </a:defRPr>
            </a:lvl3pPr>
            <a:lvl4pPr>
              <a:defRPr sz="2250" b="1">
                <a:solidFill>
                  <a:srgbClr val="323633"/>
                </a:solidFill>
                <a:latin typeface="Sansation"/>
                <a:ea typeface="Sansation"/>
                <a:cs typeface="Sansation"/>
              </a:defRPr>
            </a:lvl4pPr>
            <a:lvl5pPr>
              <a:defRPr sz="2250" b="1">
                <a:solidFill>
                  <a:srgbClr val="323633"/>
                </a:solidFill>
                <a:latin typeface="Sansation"/>
                <a:ea typeface="Sansation"/>
                <a:cs typeface="Sansation"/>
              </a:defRPr>
            </a:lvl5pPr>
            <a:lvl6pPr>
              <a:defRPr sz="2250" b="1">
                <a:solidFill>
                  <a:srgbClr val="323633"/>
                </a:solidFill>
                <a:latin typeface="Sansation"/>
                <a:ea typeface="Sansation"/>
                <a:cs typeface="Sansation"/>
              </a:defRPr>
            </a:lvl6pPr>
            <a:lvl7pPr>
              <a:defRPr sz="2250" b="1">
                <a:solidFill>
                  <a:srgbClr val="323633"/>
                </a:solidFill>
                <a:latin typeface="Sansation"/>
                <a:ea typeface="Sansation"/>
                <a:cs typeface="Sansation"/>
              </a:defRPr>
            </a:lvl7pPr>
            <a:lvl8pPr>
              <a:defRPr sz="2250" b="1">
                <a:solidFill>
                  <a:srgbClr val="323633"/>
                </a:solidFill>
                <a:latin typeface="Sansation"/>
                <a:ea typeface="Sansation"/>
                <a:cs typeface="Sansation"/>
              </a:defRPr>
            </a:lvl8pPr>
            <a:lvl9pPr>
              <a:defRPr sz="2250" b="1">
                <a:solidFill>
                  <a:srgbClr val="323633"/>
                </a:solidFill>
                <a:latin typeface="Sansation"/>
                <a:ea typeface="Sansation"/>
                <a:cs typeface="Sansation"/>
              </a:defRPr>
            </a:lvl9pPr>
          </a:lstStyle>
          <a:p>
            <a:pPr>
              <a:defRPr sz="2250" b="1">
                <a:solidFill>
                  <a:srgbClr val="323633"/>
                </a:solidFill>
                <a:latin typeface="Sansation"/>
                <a:ea typeface="Sansation"/>
                <a:cs typeface="Sansation"/>
              </a:defRPr>
            </a:pPr>
            <a:r>
              <a:rPr sz="2250" b="1">
                <a:solidFill>
                  <a:srgbClr val="323633"/>
                </a:solidFill>
                <a:latin typeface="Sansation"/>
                <a:ea typeface="Sansation"/>
                <a:cs typeface="Sansation"/>
              </a:rPr>
              <a:t>Jev’s decision interface</a:t>
            </a:r>
          </a:p>
        </p:txBody>
      </p:sp>
      <p:sp>
        <p:nvSpPr>
          <p:cNvPr id="8" name="Rectangle 7">
            <a:extLst>
              <a:ext uri="{FF2B5EF4-FFF2-40B4-BE49-F238E27FC236}">
                <a16:creationId xmlns:a16="http://schemas.microsoft.com/office/drawing/2014/main" id="{BEC0309B-FC45-4FEE-A8E7-B3B8748FD8C4}"/>
              </a:ext>
            </a:extLst>
          </p:cNvPr>
          <p:cNvSpPr>
            <a:spLocks noGrp="1"/>
          </p:cNvSpPr>
          <p:nvPr/>
        </p:nvSpPr>
        <p:spPr>
          <a:xfrm>
            <a:off x="6419850" y="3362325"/>
            <a:ext cx="5086350" cy="1190625"/>
          </a:xfrm>
          <a:prstGeom prst="rect">
            <a:avLst/>
          </a:prstGeom>
          <a:noFill/>
          <a:ln w="0">
            <a:noFill/>
            <a:prstDash val="solid"/>
          </a:ln>
        </p:spPr>
        <p:txBody>
          <a:bodyPr/>
          <a:lstStyle>
            <a:defPPr>
              <a:defRPr sz="2100" b="0">
                <a:solidFill>
                  <a:srgbClr val="323633"/>
                </a:solidFill>
                <a:latin typeface="Sansation"/>
                <a:ea typeface="Sansation"/>
                <a:cs typeface="Sansation"/>
              </a:defRPr>
            </a:defPPr>
            <a:lvl1pPr>
              <a:defRPr sz="2100" b="0">
                <a:solidFill>
                  <a:srgbClr val="323633"/>
                </a:solidFill>
                <a:latin typeface="Sansation"/>
                <a:ea typeface="Sansation"/>
                <a:cs typeface="Sansation"/>
              </a:defRPr>
            </a:lvl1pPr>
            <a:lvl2pPr>
              <a:defRPr sz="2100" b="0">
                <a:solidFill>
                  <a:srgbClr val="323633"/>
                </a:solidFill>
                <a:latin typeface="Sansation"/>
                <a:ea typeface="Sansation"/>
                <a:cs typeface="Sansation"/>
              </a:defRPr>
            </a:lvl2pPr>
            <a:lvl3pPr>
              <a:defRPr sz="2100" b="0">
                <a:solidFill>
                  <a:srgbClr val="323633"/>
                </a:solidFill>
                <a:latin typeface="Sansation"/>
                <a:ea typeface="Sansation"/>
                <a:cs typeface="Sansation"/>
              </a:defRPr>
            </a:lvl3pPr>
            <a:lvl4pPr>
              <a:defRPr sz="2100" b="0">
                <a:solidFill>
                  <a:srgbClr val="323633"/>
                </a:solidFill>
                <a:latin typeface="Sansation"/>
                <a:ea typeface="Sansation"/>
                <a:cs typeface="Sansation"/>
              </a:defRPr>
            </a:lvl4pPr>
            <a:lvl5pPr>
              <a:defRPr sz="2100" b="0">
                <a:solidFill>
                  <a:srgbClr val="323633"/>
                </a:solidFill>
                <a:latin typeface="Sansation"/>
                <a:ea typeface="Sansation"/>
                <a:cs typeface="Sansation"/>
              </a:defRPr>
            </a:lvl5pPr>
            <a:lvl6pPr>
              <a:defRPr sz="2100" b="0">
                <a:solidFill>
                  <a:srgbClr val="323633"/>
                </a:solidFill>
                <a:latin typeface="Sansation"/>
                <a:ea typeface="Sansation"/>
                <a:cs typeface="Sansation"/>
              </a:defRPr>
            </a:lvl6pPr>
            <a:lvl7pPr>
              <a:defRPr sz="2100" b="0">
                <a:solidFill>
                  <a:srgbClr val="323633"/>
                </a:solidFill>
                <a:latin typeface="Sansation"/>
                <a:ea typeface="Sansation"/>
                <a:cs typeface="Sansation"/>
              </a:defRPr>
            </a:lvl7pPr>
            <a:lvl8pPr>
              <a:defRPr sz="2100" b="0">
                <a:solidFill>
                  <a:srgbClr val="323633"/>
                </a:solidFill>
                <a:latin typeface="Sansation"/>
                <a:ea typeface="Sansation"/>
                <a:cs typeface="Sansation"/>
              </a:defRPr>
            </a:lvl8pPr>
            <a:lvl9pPr>
              <a:defRPr sz="2100" b="0">
                <a:solidFill>
                  <a:srgbClr val="323633"/>
                </a:solidFill>
                <a:latin typeface="Sansation"/>
                <a:ea typeface="Sansation"/>
                <a:cs typeface="Sansation"/>
              </a:defRPr>
            </a:lvl9pPr>
          </a:lstStyle>
          <a:p>
            <a:pPr>
              <a:defRPr sz="2100" b="0">
                <a:solidFill>
                  <a:srgbClr val="323633"/>
                </a:solidFill>
                <a:latin typeface="Sansation"/>
                <a:ea typeface="Sansation"/>
                <a:cs typeface="Sansation"/>
              </a:defRPr>
            </a:pPr>
            <a:r>
              <a:rPr sz="2100" b="0">
                <a:solidFill>
                  <a:srgbClr val="323633"/>
                </a:solidFill>
                <a:latin typeface="Sansation"/>
                <a:ea typeface="Sansation"/>
                <a:cs typeface="Sansation"/>
              </a:rPr>
              <a:t>Returns bounded outputs in parallel.</a:t>
            </a:r>
          </a:p>
          <a:p>
            <a:pPr>
              <a:defRPr sz="2100" b="0">
                <a:solidFill>
                  <a:srgbClr val="323633"/>
                </a:solidFill>
                <a:latin typeface="Sansation"/>
                <a:ea typeface="Sansation"/>
                <a:cs typeface="Sansation"/>
              </a:defRPr>
            </a:pPr>
            <a:r>
              <a:rPr sz="2100" b="0">
                <a:solidFill>
                  <a:srgbClr val="323633"/>
                </a:solidFill>
                <a:latin typeface="Sansation"/>
                <a:ea typeface="Sansation"/>
                <a:cs typeface="Sansation"/>
              </a:rPr>
              <a:t>No free-form text to generate.</a:t>
            </a:r>
          </a:p>
        </p:txBody>
      </p:sp>
      <p:sp>
        <p:nvSpPr>
          <p:cNvPr id="9" name="Rectangle 8">
            <a:extLst>
              <a:ext uri="{FF2B5EF4-FFF2-40B4-BE49-F238E27FC236}">
                <a16:creationId xmlns:a16="http://schemas.microsoft.com/office/drawing/2014/main" id="{C7FE2D30-E20A-45A9-A68F-E23E27CD6513}"/>
              </a:ext>
            </a:extLst>
          </p:cNvPr>
          <p:cNvSpPr>
            <a:spLocks noGrp="1"/>
          </p:cNvSpPr>
          <p:nvPr/>
        </p:nvSpPr>
        <p:spPr>
          <a:xfrm>
            <a:off x="838200" y="4762500"/>
            <a:ext cx="10515600" cy="714375"/>
          </a:xfrm>
          <a:prstGeom prst="rect">
            <a:avLst/>
          </a:prstGeom>
          <a:noFill/>
          <a:ln w="0">
            <a:noFill/>
            <a:prstDash val="solid"/>
          </a:ln>
        </p:spPr>
        <p:txBody>
          <a:bodyPr/>
          <a:lstStyle>
            <a:defPPr>
              <a:defRPr sz="2175" b="0">
                <a:solidFill>
                  <a:srgbClr val="323633"/>
                </a:solidFill>
                <a:latin typeface="Sansation"/>
                <a:ea typeface="Sansation"/>
                <a:cs typeface="Sansation"/>
              </a:defRPr>
            </a:defPPr>
            <a:lvl1pPr>
              <a:defRPr sz="2175" b="0">
                <a:solidFill>
                  <a:srgbClr val="323633"/>
                </a:solidFill>
                <a:latin typeface="Sansation"/>
                <a:ea typeface="Sansation"/>
                <a:cs typeface="Sansation"/>
              </a:defRPr>
            </a:lvl1pPr>
            <a:lvl2pPr>
              <a:defRPr sz="2175" b="0">
                <a:solidFill>
                  <a:srgbClr val="323633"/>
                </a:solidFill>
                <a:latin typeface="Sansation"/>
                <a:ea typeface="Sansation"/>
                <a:cs typeface="Sansation"/>
              </a:defRPr>
            </a:lvl2pPr>
            <a:lvl3pPr>
              <a:defRPr sz="2175" b="0">
                <a:solidFill>
                  <a:srgbClr val="323633"/>
                </a:solidFill>
                <a:latin typeface="Sansation"/>
                <a:ea typeface="Sansation"/>
                <a:cs typeface="Sansation"/>
              </a:defRPr>
            </a:lvl3pPr>
            <a:lvl4pPr>
              <a:defRPr sz="2175" b="0">
                <a:solidFill>
                  <a:srgbClr val="323633"/>
                </a:solidFill>
                <a:latin typeface="Sansation"/>
                <a:ea typeface="Sansation"/>
                <a:cs typeface="Sansation"/>
              </a:defRPr>
            </a:lvl4pPr>
            <a:lvl5pPr>
              <a:defRPr sz="2175" b="0">
                <a:solidFill>
                  <a:srgbClr val="323633"/>
                </a:solidFill>
                <a:latin typeface="Sansation"/>
                <a:ea typeface="Sansation"/>
                <a:cs typeface="Sansation"/>
              </a:defRPr>
            </a:lvl5pPr>
            <a:lvl6pPr>
              <a:defRPr sz="2175" b="0">
                <a:solidFill>
                  <a:srgbClr val="323633"/>
                </a:solidFill>
                <a:latin typeface="Sansation"/>
                <a:ea typeface="Sansation"/>
                <a:cs typeface="Sansation"/>
              </a:defRPr>
            </a:lvl6pPr>
            <a:lvl7pPr>
              <a:defRPr sz="2175" b="0">
                <a:solidFill>
                  <a:srgbClr val="323633"/>
                </a:solidFill>
                <a:latin typeface="Sansation"/>
                <a:ea typeface="Sansation"/>
                <a:cs typeface="Sansation"/>
              </a:defRPr>
            </a:lvl7pPr>
            <a:lvl8pPr>
              <a:defRPr sz="2175" b="0">
                <a:solidFill>
                  <a:srgbClr val="323633"/>
                </a:solidFill>
                <a:latin typeface="Sansation"/>
                <a:ea typeface="Sansation"/>
                <a:cs typeface="Sansation"/>
              </a:defRPr>
            </a:lvl8pPr>
            <a:lvl9pPr>
              <a:defRPr sz="2175" b="0">
                <a:solidFill>
                  <a:srgbClr val="323633"/>
                </a:solidFill>
                <a:latin typeface="Sansation"/>
                <a:ea typeface="Sansation"/>
                <a:cs typeface="Sansation"/>
              </a:defRPr>
            </a:lvl9pPr>
          </a:lstStyle>
          <a:p>
            <a:pPr>
              <a:defRPr sz="2175" b="0">
                <a:solidFill>
                  <a:srgbClr val="323633"/>
                </a:solidFill>
                <a:latin typeface="Sansation"/>
                <a:ea typeface="Sansation"/>
                <a:cs typeface="Sansation"/>
              </a:defRPr>
            </a:pPr>
            <a:r>
              <a:rPr sz="2175" b="0">
                <a:solidFill>
                  <a:srgbClr val="323633"/>
                </a:solidFill>
                <a:latin typeface="Sansation"/>
                <a:ea typeface="Sansation"/>
                <a:cs typeface="Sansation"/>
              </a:rPr>
              <a:t>Avoiding the token-by-token output loop reduces latency and compute.</a:t>
            </a:r>
          </a:p>
        </p:txBody>
      </p:sp>
      <p:sp>
        <p:nvSpPr>
          <p:cNvPr id="10" name="Rectangle 9">
            <a:extLst>
              <a:ext uri="{FF2B5EF4-FFF2-40B4-BE49-F238E27FC236}">
                <a16:creationId xmlns:a16="http://schemas.microsoft.com/office/drawing/2014/main" id="{F5B7B688-6F36-4FEE-9F1F-CAC255A2FAAC}"/>
              </a:ext>
            </a:extLst>
          </p:cNvPr>
          <p:cNvSpPr>
            <a:spLocks noGrp="1"/>
          </p:cNvSpPr>
          <p:nvPr/>
        </p:nvSpPr>
        <p:spPr>
          <a:xfrm>
            <a:off x="838200" y="5524500"/>
            <a:ext cx="9810750" cy="609600"/>
          </a:xfrm>
          <a:prstGeom prst="rect">
            <a:avLst/>
          </a:prstGeom>
          <a:noFill/>
          <a:ln w="0">
            <a:noFill/>
            <a:prstDash val="solid"/>
          </a:ln>
        </p:spPr>
        <p:txBody>
          <a:bodyPr/>
          <a:lstStyle>
            <a:defPPr>
              <a:defRPr sz="1725" b="0">
                <a:solidFill>
                  <a:srgbClr val="323633"/>
                </a:solidFill>
                <a:latin typeface="Sansation"/>
                <a:ea typeface="Sansation"/>
                <a:cs typeface="Sansation"/>
              </a:defRPr>
            </a:defPPr>
            <a:lvl1pPr>
              <a:defRPr sz="1725" b="0">
                <a:solidFill>
                  <a:srgbClr val="323633"/>
                </a:solidFill>
                <a:latin typeface="Sansation"/>
                <a:ea typeface="Sansation"/>
                <a:cs typeface="Sansation"/>
              </a:defRPr>
            </a:lvl1pPr>
            <a:lvl2pPr>
              <a:defRPr sz="1725" b="0">
                <a:solidFill>
                  <a:srgbClr val="323633"/>
                </a:solidFill>
                <a:latin typeface="Sansation"/>
                <a:ea typeface="Sansation"/>
                <a:cs typeface="Sansation"/>
              </a:defRPr>
            </a:lvl2pPr>
            <a:lvl3pPr>
              <a:defRPr sz="1725" b="0">
                <a:solidFill>
                  <a:srgbClr val="323633"/>
                </a:solidFill>
                <a:latin typeface="Sansation"/>
                <a:ea typeface="Sansation"/>
                <a:cs typeface="Sansation"/>
              </a:defRPr>
            </a:lvl3pPr>
            <a:lvl4pPr>
              <a:defRPr sz="1725" b="0">
                <a:solidFill>
                  <a:srgbClr val="323633"/>
                </a:solidFill>
                <a:latin typeface="Sansation"/>
                <a:ea typeface="Sansation"/>
                <a:cs typeface="Sansation"/>
              </a:defRPr>
            </a:lvl4pPr>
            <a:lvl5pPr>
              <a:defRPr sz="1725" b="0">
                <a:solidFill>
                  <a:srgbClr val="323633"/>
                </a:solidFill>
                <a:latin typeface="Sansation"/>
                <a:ea typeface="Sansation"/>
                <a:cs typeface="Sansation"/>
              </a:defRPr>
            </a:lvl5pPr>
            <a:lvl6pPr>
              <a:defRPr sz="1725" b="0">
                <a:solidFill>
                  <a:srgbClr val="323633"/>
                </a:solidFill>
                <a:latin typeface="Sansation"/>
                <a:ea typeface="Sansation"/>
                <a:cs typeface="Sansation"/>
              </a:defRPr>
            </a:lvl6pPr>
            <a:lvl7pPr>
              <a:defRPr sz="1725" b="0">
                <a:solidFill>
                  <a:srgbClr val="323633"/>
                </a:solidFill>
                <a:latin typeface="Sansation"/>
                <a:ea typeface="Sansation"/>
                <a:cs typeface="Sansation"/>
              </a:defRPr>
            </a:lvl7pPr>
            <a:lvl8pPr>
              <a:defRPr sz="1725" b="0">
                <a:solidFill>
                  <a:srgbClr val="323633"/>
                </a:solidFill>
                <a:latin typeface="Sansation"/>
                <a:ea typeface="Sansation"/>
                <a:cs typeface="Sansation"/>
              </a:defRPr>
            </a:lvl8pPr>
            <a:lvl9pPr>
              <a:defRPr sz="1725" b="0">
                <a:solidFill>
                  <a:srgbClr val="323633"/>
                </a:solidFill>
                <a:latin typeface="Sansation"/>
                <a:ea typeface="Sansation"/>
                <a:cs typeface="Sansation"/>
              </a:defRPr>
            </a:lvl9pPr>
          </a:lstStyle>
          <a:p>
            <a:pPr>
              <a:defRPr sz="1725" b="0">
                <a:solidFill>
                  <a:srgbClr val="323633"/>
                </a:solidFill>
                <a:latin typeface="Sansation"/>
                <a:ea typeface="Sansation"/>
                <a:cs typeface="Sansation"/>
              </a:defRPr>
            </a:pPr>
            <a:r>
              <a:rPr sz="1725" b="0" dirty="0" err="1">
                <a:solidFill>
                  <a:srgbClr val="323633"/>
                </a:solidFill>
                <a:latin typeface="Sansation"/>
                <a:ea typeface="Sansation"/>
                <a:cs typeface="Sansation"/>
              </a:rPr>
              <a:t>TypeSafe’s</a:t>
            </a:r>
            <a:r>
              <a:rPr sz="1725" b="0" dirty="0">
                <a:solidFill>
                  <a:srgbClr val="323633"/>
                </a:solidFill>
                <a:latin typeface="Sansation"/>
                <a:ea typeface="Sansation"/>
                <a:cs typeface="Sansation"/>
              </a:rPr>
              <a:t> explanation.</a:t>
            </a:r>
          </a:p>
        </p:txBody>
      </p:sp>
    </p:spTree>
    <p:extLst>
      <p:ext uri="{BB962C8B-B14F-4D97-AF65-F5344CB8AC3E}">
        <p14:creationId xmlns:p14="http://schemas.microsoft.com/office/powerpoint/2010/main" val="185097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860EE7-33C6-3528-7071-D098B23E88C0}"/>
              </a:ext>
            </a:extLst>
          </p:cNvPr>
          <p:cNvSpPr>
            <a:spLocks noGrp="1"/>
          </p:cNvSpPr>
          <p:nvPr>
            <p:ph type="dt" idx="12"/>
          </p:nvPr>
        </p:nvSpPr>
        <p:spPr/>
        <p:txBody>
          <a:bodyPr/>
          <a:lstStyle/>
          <a:p>
            <a:fld id="{78E98ADC-5C57-47D4-B4A6-0B68D632ACBF}" type="datetime1">
              <a:rPr/>
              <a:t>23-10-2026</a:t>
            </a:fld>
            <a:endParaRPr/>
          </a:p>
        </p:txBody>
      </p:sp>
      <p:sp>
        <p:nvSpPr>
          <p:cNvPr id="3" name="Rectangle 2">
            <a:extLst>
              <a:ext uri="{FF2B5EF4-FFF2-40B4-BE49-F238E27FC236}">
                <a16:creationId xmlns:a16="http://schemas.microsoft.com/office/drawing/2014/main" id="{4F358E92-A043-4693-B10A-F4FC89BE63E2}"/>
              </a:ext>
            </a:extLst>
          </p:cNvPr>
          <p:cNvSpPr>
            <a:spLocks noGrp="1"/>
          </p:cNvSpPr>
          <p:nvPr/>
        </p:nvSpPr>
        <p:spPr>
          <a:xfrm>
            <a:off x="838200" y="619125"/>
            <a:ext cx="10515600" cy="952500"/>
          </a:xfrm>
          <a:prstGeom prst="rect">
            <a:avLst/>
          </a:prstGeom>
          <a:noFill/>
          <a:ln w="0">
            <a:noFill/>
            <a:prstDash val="solid"/>
          </a:ln>
        </p:spPr>
        <p:txBody>
          <a:bodyPr/>
          <a:lstStyle>
            <a:defPPr>
              <a:defRPr sz="4000" b="1">
                <a:solidFill>
                  <a:srgbClr val="323633"/>
                </a:solidFill>
                <a:latin typeface="Sansation"/>
                <a:ea typeface="Sansation"/>
                <a:cs typeface="Sansation"/>
              </a:defRPr>
            </a:defPPr>
            <a:lvl1pPr>
              <a:defRPr sz="4000" b="1">
                <a:solidFill>
                  <a:srgbClr val="323633"/>
                </a:solidFill>
                <a:latin typeface="Sansation"/>
                <a:ea typeface="Sansation"/>
                <a:cs typeface="Sansation"/>
              </a:defRPr>
            </a:lvl1pPr>
            <a:lvl2pPr>
              <a:defRPr sz="4000" b="1">
                <a:solidFill>
                  <a:srgbClr val="323633"/>
                </a:solidFill>
                <a:latin typeface="Sansation"/>
                <a:ea typeface="Sansation"/>
                <a:cs typeface="Sansation"/>
              </a:defRPr>
            </a:lvl2pPr>
            <a:lvl3pPr>
              <a:defRPr sz="4000" b="1">
                <a:solidFill>
                  <a:srgbClr val="323633"/>
                </a:solidFill>
                <a:latin typeface="Sansation"/>
                <a:ea typeface="Sansation"/>
                <a:cs typeface="Sansation"/>
              </a:defRPr>
            </a:lvl3pPr>
            <a:lvl4pPr>
              <a:defRPr sz="4000" b="1">
                <a:solidFill>
                  <a:srgbClr val="323633"/>
                </a:solidFill>
                <a:latin typeface="Sansation"/>
                <a:ea typeface="Sansation"/>
                <a:cs typeface="Sansation"/>
              </a:defRPr>
            </a:lvl4pPr>
            <a:lvl5pPr>
              <a:defRPr sz="4000" b="1">
                <a:solidFill>
                  <a:srgbClr val="323633"/>
                </a:solidFill>
                <a:latin typeface="Sansation"/>
                <a:ea typeface="Sansation"/>
                <a:cs typeface="Sansation"/>
              </a:defRPr>
            </a:lvl5pPr>
            <a:lvl6pPr>
              <a:defRPr sz="4000" b="1">
                <a:solidFill>
                  <a:srgbClr val="323633"/>
                </a:solidFill>
                <a:latin typeface="Sansation"/>
                <a:ea typeface="Sansation"/>
                <a:cs typeface="Sansation"/>
              </a:defRPr>
            </a:lvl6pPr>
            <a:lvl7pPr>
              <a:defRPr sz="4000" b="1">
                <a:solidFill>
                  <a:srgbClr val="323633"/>
                </a:solidFill>
                <a:latin typeface="Sansation"/>
                <a:ea typeface="Sansation"/>
                <a:cs typeface="Sansation"/>
              </a:defRPr>
            </a:lvl7pPr>
            <a:lvl8pPr>
              <a:defRPr sz="4000" b="1">
                <a:solidFill>
                  <a:srgbClr val="323633"/>
                </a:solidFill>
                <a:latin typeface="Sansation"/>
                <a:ea typeface="Sansation"/>
                <a:cs typeface="Sansation"/>
              </a:defRPr>
            </a:lvl8pPr>
            <a:lvl9pPr>
              <a:defRPr sz="4000" b="1">
                <a:solidFill>
                  <a:srgbClr val="323633"/>
                </a:solidFill>
                <a:latin typeface="Sansation"/>
                <a:ea typeface="Sansation"/>
                <a:cs typeface="Sansation"/>
              </a:defRPr>
            </a:lvl9pPr>
          </a:lstStyle>
          <a:p>
            <a:pPr>
              <a:defRPr sz="4000" b="1">
                <a:solidFill>
                  <a:srgbClr val="323633"/>
                </a:solidFill>
                <a:latin typeface="Sansation"/>
                <a:ea typeface="Sansation"/>
                <a:cs typeface="Sansation"/>
              </a:defRPr>
            </a:pPr>
            <a:r>
              <a:rPr sz="4000" b="1">
                <a:solidFill>
                  <a:srgbClr val="323633"/>
                </a:solidFill>
                <a:latin typeface="Sansation"/>
                <a:ea typeface="Sansation"/>
                <a:cs typeface="Sansation"/>
              </a:rPr>
              <a:t>Jev’s question types</a:t>
            </a:r>
          </a:p>
        </p:txBody>
      </p:sp>
      <p:graphicFrame>
        <p:nvGraphicFramePr>
          <p:cNvPr id="4" name="Table 3">
            <a:extLst>
              <a:ext uri="{FF2B5EF4-FFF2-40B4-BE49-F238E27FC236}">
                <a16:creationId xmlns:a16="http://schemas.microsoft.com/office/drawing/2014/main" id="{3F2D60A4-4830-488C-8716-6F1E44C360D7}"/>
              </a:ext>
            </a:extLst>
          </p:cNvPr>
          <p:cNvGraphicFramePr/>
          <p:nvPr/>
        </p:nvGraphicFramePr>
        <p:xfrm>
          <a:off x="838200" y="2076450"/>
          <a:ext cx="10515600" cy="2819400"/>
        </p:xfrm>
        <a:graphic>
          <a:graphicData uri="http://schemas.openxmlformats.org/drawingml/2006/table">
            <a:tbl>
              <a:tblPr/>
              <a:tblGrid>
                <a:gridCol w="14287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991100">
                  <a:extLst>
                    <a:ext uri="{9D8B030D-6E8A-4147-A177-3AD203B41FA5}">
                      <a16:colId xmlns:a16="http://schemas.microsoft.com/office/drawing/2014/main" val="20002"/>
                    </a:ext>
                  </a:extLst>
                </a:gridCol>
              </a:tblGrid>
              <a:tr h="704850">
                <a:tc>
                  <a:txBody>
                    <a:bodyPr/>
                    <a:lstStyle/>
                    <a:p>
                      <a:r>
                        <a:rPr sz="1800" b="1">
                          <a:solidFill>
                            <a:srgbClr val="323633"/>
                          </a:solidFill>
                          <a:latin typeface="Sansation"/>
                          <a:ea typeface="Sansation"/>
                          <a:cs typeface="Sansation"/>
                        </a:rPr>
                        <a:t>Type</a:t>
                      </a:r>
                    </a:p>
                  </a:txBody>
                  <a:tcPr>
                    <a:lnL w="9525">
                      <a:solidFill>
                        <a:srgbClr val="E0E2E6"/>
                      </a:solidFill>
                      <a:prstDash val="solid"/>
                    </a:lnL>
                    <a:lnR w="9525">
                      <a:solidFill>
                        <a:srgbClr val="E0E2E6"/>
                      </a:solidFill>
                      <a:prstDash val="solid"/>
                    </a:lnR>
                    <a:lnT w="9525">
                      <a:solidFill>
                        <a:srgbClr val="E0E2E6"/>
                      </a:solidFill>
                      <a:prstDash val="solid"/>
                    </a:lnT>
                    <a:lnB w="9525">
                      <a:solidFill>
                        <a:srgbClr val="E0E2E6"/>
                      </a:solidFill>
                      <a:prstDash val="solid"/>
                    </a:lnB>
                    <a:solidFill>
                      <a:srgbClr val="FAF9F5"/>
                    </a:solidFill>
                  </a:tcPr>
                </a:tc>
                <a:tc>
                  <a:txBody>
                    <a:bodyPr/>
                    <a:lstStyle/>
                    <a:p>
                      <a:r>
                        <a:rPr sz="1800" b="1">
                          <a:solidFill>
                            <a:srgbClr val="323633"/>
                          </a:solidFill>
                          <a:latin typeface="Sansation"/>
                          <a:ea typeface="Sansation"/>
                          <a:cs typeface="Sansation"/>
                        </a:rPr>
                        <a:t>Question shape</a:t>
                      </a:r>
                    </a:p>
                  </a:txBody>
                  <a:tcPr>
                    <a:lnL w="9525" cap="flat" cmpd="sng" algn="ctr">
                      <a:solidFill>
                        <a:srgbClr val="E0E2E6"/>
                      </a:solidFill>
                      <a:prstDash val="solid"/>
                      <a:round/>
                      <a:headEnd type="none" w="med" len="med"/>
                      <a:tailEnd type="none" w="med" len="med"/>
                    </a:lnL>
                    <a:lnR w="9525">
                      <a:solidFill>
                        <a:srgbClr val="E0E2E6"/>
                      </a:solidFill>
                      <a:prstDash val="solid"/>
                    </a:lnR>
                    <a:lnT w="9525">
                      <a:solidFill>
                        <a:srgbClr val="E0E2E6"/>
                      </a:solidFill>
                      <a:prstDash val="solid"/>
                    </a:lnT>
                    <a:lnB w="9525">
                      <a:solidFill>
                        <a:srgbClr val="E0E2E6"/>
                      </a:solidFill>
                      <a:prstDash val="solid"/>
                    </a:lnB>
                    <a:solidFill>
                      <a:srgbClr val="FAF9F5"/>
                    </a:solidFill>
                  </a:tcPr>
                </a:tc>
                <a:tc>
                  <a:txBody>
                    <a:bodyPr/>
                    <a:lstStyle/>
                    <a:p>
                      <a:r>
                        <a:rPr sz="1800" b="1">
                          <a:solidFill>
                            <a:srgbClr val="323633"/>
                          </a:solidFill>
                          <a:latin typeface="Sansation"/>
                          <a:ea typeface="Sansation"/>
                          <a:cs typeface="Sansation"/>
                        </a:rPr>
                        <a:t>DE example</a:t>
                      </a:r>
                    </a:p>
                  </a:txBody>
                  <a:tcPr>
                    <a:lnL w="9525" cap="flat" cmpd="sng" algn="ctr">
                      <a:solidFill>
                        <a:srgbClr val="E0E2E6"/>
                      </a:solidFill>
                      <a:prstDash val="solid"/>
                      <a:round/>
                      <a:headEnd type="none" w="med" len="med"/>
                      <a:tailEnd type="none" w="med" len="med"/>
                    </a:lnL>
                    <a:lnR w="9525">
                      <a:solidFill>
                        <a:srgbClr val="E0E2E6"/>
                      </a:solidFill>
                      <a:prstDash val="solid"/>
                    </a:lnR>
                    <a:lnT w="9525">
                      <a:solidFill>
                        <a:srgbClr val="E0E2E6"/>
                      </a:solidFill>
                      <a:prstDash val="solid"/>
                    </a:lnT>
                    <a:lnB w="9525">
                      <a:solidFill>
                        <a:srgbClr val="E0E2E6"/>
                      </a:solidFill>
                      <a:prstDash val="solid"/>
                    </a:lnB>
                    <a:solidFill>
                      <a:srgbClr val="FAF9F5"/>
                    </a:solidFill>
                  </a:tcPr>
                </a:tc>
                <a:extLst>
                  <a:ext uri="{0D108BD9-81ED-4DB2-BD59-A6C34878D82A}">
                    <a16:rowId xmlns:a16="http://schemas.microsoft.com/office/drawing/2014/main" val="10000"/>
                  </a:ext>
                </a:extLst>
              </a:tr>
              <a:tr h="704850">
                <a:tc>
                  <a:txBody>
                    <a:bodyPr/>
                    <a:lstStyle/>
                    <a:p>
                      <a:r>
                        <a:rPr sz="1875" b="1">
                          <a:solidFill>
                            <a:srgbClr val="096508"/>
                          </a:solidFill>
                          <a:latin typeface="Sansation"/>
                          <a:ea typeface="Sansation"/>
                          <a:cs typeface="Sansation"/>
                        </a:rPr>
                        <a:t>Noul</a:t>
                      </a:r>
                    </a:p>
                  </a:txBody>
                  <a:tcPr>
                    <a:lnL w="9525">
                      <a:solidFill>
                        <a:srgbClr val="E0E2E6"/>
                      </a:solidFill>
                      <a:prstDash val="soli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tc>
                  <a:txBody>
                    <a:bodyPr/>
                    <a:lstStyle/>
                    <a:p>
                      <a:r>
                        <a:rPr sz="1875" b="0">
                          <a:solidFill>
                            <a:srgbClr val="323633"/>
                          </a:solidFill>
                          <a:latin typeface="Sansation"/>
                          <a:ea typeface="Sansation"/>
                          <a:cs typeface="Sansation"/>
                        </a:rPr>
                        <a:t>Probability of yes, from 0 to 1</a:t>
                      </a:r>
                    </a:p>
                  </a:txBody>
                  <a:tcPr>
                    <a:lnL w="9525" cap="flat" cmpd="sng" algn="ctr">
                      <a:solidFill>
                        <a:srgbClr val="E0E2E6"/>
                      </a:solidFill>
                      <a:prstDash val="solid"/>
                      <a:round/>
                      <a:headEnd type="none" w="med" len="med"/>
                      <a:tailEnd type="none" w="med" len="me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tc>
                  <a:txBody>
                    <a:bodyPr/>
                    <a:lstStyle/>
                    <a:p>
                      <a:r>
                        <a:rPr sz="1875" b="0">
                          <a:solidFill>
                            <a:srgbClr val="323633"/>
                          </a:solidFill>
                          <a:latin typeface="Sansation"/>
                          <a:ea typeface="Sansation"/>
                          <a:cs typeface="Sansation"/>
                        </a:rPr>
                        <a:t>Does this field contain personal data?</a:t>
                      </a:r>
                    </a:p>
                  </a:txBody>
                  <a:tcPr>
                    <a:lnL w="9525" cap="flat" cmpd="sng" algn="ctr">
                      <a:solidFill>
                        <a:srgbClr val="E0E2E6"/>
                      </a:solidFill>
                      <a:prstDash val="solid"/>
                      <a:round/>
                      <a:headEnd type="none" w="med" len="med"/>
                      <a:tailEnd type="none" w="med" len="me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extLst>
                  <a:ext uri="{0D108BD9-81ED-4DB2-BD59-A6C34878D82A}">
                    <a16:rowId xmlns:a16="http://schemas.microsoft.com/office/drawing/2014/main" val="10001"/>
                  </a:ext>
                </a:extLst>
              </a:tr>
              <a:tr h="704850">
                <a:tc>
                  <a:txBody>
                    <a:bodyPr/>
                    <a:lstStyle/>
                    <a:p>
                      <a:r>
                        <a:rPr sz="1875" b="1">
                          <a:solidFill>
                            <a:srgbClr val="096508"/>
                          </a:solidFill>
                          <a:latin typeface="Sansation"/>
                          <a:ea typeface="Sansation"/>
                          <a:cs typeface="Sansation"/>
                        </a:rPr>
                        <a:t>Choice</a:t>
                      </a:r>
                    </a:p>
                  </a:txBody>
                  <a:tcPr>
                    <a:lnL w="9525">
                      <a:solidFill>
                        <a:srgbClr val="E0E2E6"/>
                      </a:solidFill>
                      <a:prstDash val="soli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tc>
                  <a:txBody>
                    <a:bodyPr/>
                    <a:lstStyle/>
                    <a:p>
                      <a:r>
                        <a:rPr sz="1875" b="0">
                          <a:solidFill>
                            <a:srgbClr val="323633"/>
                          </a:solidFill>
                          <a:latin typeface="Sansation"/>
                          <a:ea typeface="Sansation"/>
                          <a:cs typeface="Sansation"/>
                        </a:rPr>
                        <a:t>One option + probabilities</a:t>
                      </a:r>
                    </a:p>
                  </a:txBody>
                  <a:tcPr>
                    <a:lnL w="9525" cap="flat" cmpd="sng" algn="ctr">
                      <a:solidFill>
                        <a:srgbClr val="E0E2E6"/>
                      </a:solidFill>
                      <a:prstDash val="solid"/>
                      <a:round/>
                      <a:headEnd type="none" w="med" len="med"/>
                      <a:tailEnd type="none" w="med" len="me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tc>
                  <a:txBody>
                    <a:bodyPr/>
                    <a:lstStyle/>
                    <a:p>
                      <a:r>
                        <a:rPr sz="1875" b="0">
                          <a:solidFill>
                            <a:srgbClr val="323633"/>
                          </a:solidFill>
                          <a:latin typeface="Sansation"/>
                          <a:ea typeface="Sansation"/>
                          <a:cs typeface="Sansation"/>
                        </a:rPr>
                        <a:t>Which domain owns this dataset?</a:t>
                      </a:r>
                    </a:p>
                  </a:txBody>
                  <a:tcPr>
                    <a:lnL w="9525" cap="flat" cmpd="sng" algn="ctr">
                      <a:solidFill>
                        <a:srgbClr val="E0E2E6"/>
                      </a:solidFill>
                      <a:prstDash val="solid"/>
                      <a:round/>
                      <a:headEnd type="none" w="med" len="med"/>
                      <a:tailEnd type="none" w="med" len="me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extLst>
                  <a:ext uri="{0D108BD9-81ED-4DB2-BD59-A6C34878D82A}">
                    <a16:rowId xmlns:a16="http://schemas.microsoft.com/office/drawing/2014/main" val="10002"/>
                  </a:ext>
                </a:extLst>
              </a:tr>
              <a:tr h="704850">
                <a:tc>
                  <a:txBody>
                    <a:bodyPr/>
                    <a:lstStyle/>
                    <a:p>
                      <a:r>
                        <a:rPr sz="1875" b="1">
                          <a:solidFill>
                            <a:srgbClr val="096508"/>
                          </a:solidFill>
                          <a:latin typeface="Sansation"/>
                          <a:ea typeface="Sansation"/>
                          <a:cs typeface="Sansation"/>
                        </a:rPr>
                        <a:t>Score</a:t>
                      </a:r>
                    </a:p>
                  </a:txBody>
                  <a:tcPr>
                    <a:lnL w="9525">
                      <a:solidFill>
                        <a:srgbClr val="E0E2E6"/>
                      </a:solidFill>
                      <a:prstDash val="soli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tc>
                  <a:txBody>
                    <a:bodyPr/>
                    <a:lstStyle/>
                    <a:p>
                      <a:r>
                        <a:rPr sz="1875" b="0">
                          <a:solidFill>
                            <a:srgbClr val="323633"/>
                          </a:solidFill>
                          <a:latin typeface="Sansation"/>
                          <a:ea typeface="Sansation"/>
                          <a:cs typeface="Sansation"/>
                        </a:rPr>
                        <a:t>Position on a defined rubric</a:t>
                      </a:r>
                    </a:p>
                  </a:txBody>
                  <a:tcPr>
                    <a:lnL w="9525" cap="flat" cmpd="sng" algn="ctr">
                      <a:solidFill>
                        <a:srgbClr val="E0E2E6"/>
                      </a:solidFill>
                      <a:prstDash val="solid"/>
                      <a:round/>
                      <a:headEnd type="none" w="med" len="med"/>
                      <a:tailEnd type="none" w="med" len="me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tc>
                  <a:txBody>
                    <a:bodyPr/>
                    <a:lstStyle/>
                    <a:p>
                      <a:r>
                        <a:rPr sz="1875" b="0">
                          <a:solidFill>
                            <a:srgbClr val="323633"/>
                          </a:solidFill>
                          <a:latin typeface="Sansation"/>
                          <a:ea typeface="Sansation"/>
                          <a:cs typeface="Sansation"/>
                        </a:rPr>
                        <a:t>How complete is this description?</a:t>
                      </a:r>
                    </a:p>
                  </a:txBody>
                  <a:tcPr>
                    <a:lnL w="9525" cap="flat" cmpd="sng" algn="ctr">
                      <a:solidFill>
                        <a:srgbClr val="E0E2E6"/>
                      </a:solidFill>
                      <a:prstDash val="solid"/>
                      <a:round/>
                      <a:headEnd type="none" w="med" len="med"/>
                      <a:tailEnd type="none" w="med" len="med"/>
                    </a:lnL>
                    <a:lnR w="9525">
                      <a:solidFill>
                        <a:srgbClr val="E0E2E6"/>
                      </a:solidFill>
                      <a:prstDash val="solid"/>
                    </a:lnR>
                    <a:lnT w="9525" cap="flat" cmpd="sng" algn="ctr">
                      <a:solidFill>
                        <a:srgbClr val="E0E2E6"/>
                      </a:solidFill>
                      <a:prstDash val="solid"/>
                      <a:round/>
                      <a:headEnd type="none" w="med" len="med"/>
                      <a:tailEnd type="none" w="med" len="med"/>
                    </a:lnT>
                    <a:lnB w="9525">
                      <a:solidFill>
                        <a:srgbClr val="E0E2E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FE6CDBCB-C922-4937-AF41-CE3C4C426309}"/>
              </a:ext>
            </a:extLst>
          </p:cNvPr>
          <p:cNvSpPr>
            <a:spLocks noGrp="1"/>
          </p:cNvSpPr>
          <p:nvPr/>
        </p:nvSpPr>
        <p:spPr>
          <a:xfrm>
            <a:off x="838200" y="5391150"/>
            <a:ext cx="10477500" cy="457200"/>
          </a:xfrm>
          <a:prstGeom prst="rect">
            <a:avLst/>
          </a:prstGeom>
          <a:noFill/>
          <a:ln w="0">
            <a:noFill/>
            <a:prstDash val="solid"/>
          </a:ln>
        </p:spPr>
        <p:txBody>
          <a:bodyPr/>
          <a:lstStyle>
            <a:defPPr>
              <a:defRPr sz="2175" b="0">
                <a:solidFill>
                  <a:srgbClr val="323633"/>
                </a:solidFill>
                <a:latin typeface="Sansation"/>
                <a:ea typeface="Sansation"/>
                <a:cs typeface="Sansation"/>
              </a:defRPr>
            </a:defPPr>
            <a:lvl1pPr>
              <a:defRPr sz="2175" b="0">
                <a:solidFill>
                  <a:srgbClr val="323633"/>
                </a:solidFill>
                <a:latin typeface="Sansation"/>
                <a:ea typeface="Sansation"/>
                <a:cs typeface="Sansation"/>
              </a:defRPr>
            </a:lvl1pPr>
            <a:lvl2pPr>
              <a:defRPr sz="2175" b="0">
                <a:solidFill>
                  <a:srgbClr val="323633"/>
                </a:solidFill>
                <a:latin typeface="Sansation"/>
                <a:ea typeface="Sansation"/>
                <a:cs typeface="Sansation"/>
              </a:defRPr>
            </a:lvl2pPr>
            <a:lvl3pPr>
              <a:defRPr sz="2175" b="0">
                <a:solidFill>
                  <a:srgbClr val="323633"/>
                </a:solidFill>
                <a:latin typeface="Sansation"/>
                <a:ea typeface="Sansation"/>
                <a:cs typeface="Sansation"/>
              </a:defRPr>
            </a:lvl3pPr>
            <a:lvl4pPr>
              <a:defRPr sz="2175" b="0">
                <a:solidFill>
                  <a:srgbClr val="323633"/>
                </a:solidFill>
                <a:latin typeface="Sansation"/>
                <a:ea typeface="Sansation"/>
                <a:cs typeface="Sansation"/>
              </a:defRPr>
            </a:lvl4pPr>
            <a:lvl5pPr>
              <a:defRPr sz="2175" b="0">
                <a:solidFill>
                  <a:srgbClr val="323633"/>
                </a:solidFill>
                <a:latin typeface="Sansation"/>
                <a:ea typeface="Sansation"/>
                <a:cs typeface="Sansation"/>
              </a:defRPr>
            </a:lvl5pPr>
            <a:lvl6pPr>
              <a:defRPr sz="2175" b="0">
                <a:solidFill>
                  <a:srgbClr val="323633"/>
                </a:solidFill>
                <a:latin typeface="Sansation"/>
                <a:ea typeface="Sansation"/>
                <a:cs typeface="Sansation"/>
              </a:defRPr>
            </a:lvl6pPr>
            <a:lvl7pPr>
              <a:defRPr sz="2175" b="0">
                <a:solidFill>
                  <a:srgbClr val="323633"/>
                </a:solidFill>
                <a:latin typeface="Sansation"/>
                <a:ea typeface="Sansation"/>
                <a:cs typeface="Sansation"/>
              </a:defRPr>
            </a:lvl7pPr>
            <a:lvl8pPr>
              <a:defRPr sz="2175" b="0">
                <a:solidFill>
                  <a:srgbClr val="323633"/>
                </a:solidFill>
                <a:latin typeface="Sansation"/>
                <a:ea typeface="Sansation"/>
                <a:cs typeface="Sansation"/>
              </a:defRPr>
            </a:lvl8pPr>
            <a:lvl9pPr>
              <a:defRPr sz="2175" b="0">
                <a:solidFill>
                  <a:srgbClr val="323633"/>
                </a:solidFill>
                <a:latin typeface="Sansation"/>
                <a:ea typeface="Sansation"/>
                <a:cs typeface="Sansation"/>
              </a:defRPr>
            </a:lvl9pPr>
          </a:lstStyle>
          <a:p>
            <a:pPr>
              <a:defRPr sz="2175" b="0">
                <a:solidFill>
                  <a:srgbClr val="323633"/>
                </a:solidFill>
                <a:latin typeface="Sansation"/>
                <a:ea typeface="Sansation"/>
                <a:cs typeface="Sansation"/>
              </a:defRPr>
            </a:pPr>
            <a:r>
              <a:rPr sz="2175" b="0">
                <a:solidFill>
                  <a:srgbClr val="323633"/>
                </a:solidFill>
                <a:latin typeface="Sansation"/>
                <a:ea typeface="Sansation"/>
                <a:cs typeface="Sansation"/>
              </a:rPr>
              <a:t>One state can serve several independent questions.</a:t>
            </a:r>
          </a:p>
        </p:txBody>
      </p:sp>
    </p:spTree>
    <p:extLst>
      <p:ext uri="{BB962C8B-B14F-4D97-AF65-F5344CB8AC3E}">
        <p14:creationId xmlns:p14="http://schemas.microsoft.com/office/powerpoint/2010/main" val="2450944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860EE7-33C6-3528-7071-D098B23E88C0}"/>
              </a:ext>
            </a:extLst>
          </p:cNvPr>
          <p:cNvSpPr>
            <a:spLocks noGrp="1"/>
          </p:cNvSpPr>
          <p:nvPr>
            <p:ph type="dt" idx="12"/>
          </p:nvPr>
        </p:nvSpPr>
        <p:spPr/>
        <p:txBody>
          <a:bodyPr/>
          <a:lstStyle/>
          <a:p>
            <a:fld id="{78E98ADC-5C57-47D4-B4A6-0B68D632ACBF}" type="datetime1">
              <a:rPr/>
              <a:t>23-10-2026</a:t>
            </a:fld>
            <a:endParaRPr/>
          </a:p>
        </p:txBody>
      </p:sp>
      <p:sp>
        <p:nvSpPr>
          <p:cNvPr id="3" name="Rectangle 2">
            <a:extLst>
              <a:ext uri="{FF2B5EF4-FFF2-40B4-BE49-F238E27FC236}">
                <a16:creationId xmlns:a16="http://schemas.microsoft.com/office/drawing/2014/main" id="{D6D216FA-9448-4583-AB49-7E4C49665748}"/>
              </a:ext>
            </a:extLst>
          </p:cNvPr>
          <p:cNvSpPr>
            <a:spLocks noGrp="1"/>
          </p:cNvSpPr>
          <p:nvPr/>
        </p:nvSpPr>
        <p:spPr>
          <a:xfrm>
            <a:off x="838200" y="619125"/>
            <a:ext cx="10515600" cy="952500"/>
          </a:xfrm>
          <a:prstGeom prst="rect">
            <a:avLst/>
          </a:prstGeom>
          <a:noFill/>
          <a:ln w="0">
            <a:noFill/>
            <a:prstDash val="solid"/>
          </a:ln>
        </p:spPr>
        <p:txBody>
          <a:bodyPr/>
          <a:lstStyle>
            <a:defPPr>
              <a:defRPr sz="4000" b="1">
                <a:solidFill>
                  <a:srgbClr val="323633"/>
                </a:solidFill>
                <a:latin typeface="Sansation"/>
                <a:ea typeface="Sansation"/>
                <a:cs typeface="Sansation"/>
              </a:defRPr>
            </a:defPPr>
            <a:lvl1pPr>
              <a:defRPr sz="4000" b="1">
                <a:solidFill>
                  <a:srgbClr val="323633"/>
                </a:solidFill>
                <a:latin typeface="Sansation"/>
                <a:ea typeface="Sansation"/>
                <a:cs typeface="Sansation"/>
              </a:defRPr>
            </a:lvl1pPr>
            <a:lvl2pPr>
              <a:defRPr sz="4000" b="1">
                <a:solidFill>
                  <a:srgbClr val="323633"/>
                </a:solidFill>
                <a:latin typeface="Sansation"/>
                <a:ea typeface="Sansation"/>
                <a:cs typeface="Sansation"/>
              </a:defRPr>
            </a:lvl2pPr>
            <a:lvl3pPr>
              <a:defRPr sz="4000" b="1">
                <a:solidFill>
                  <a:srgbClr val="323633"/>
                </a:solidFill>
                <a:latin typeface="Sansation"/>
                <a:ea typeface="Sansation"/>
                <a:cs typeface="Sansation"/>
              </a:defRPr>
            </a:lvl3pPr>
            <a:lvl4pPr>
              <a:defRPr sz="4000" b="1">
                <a:solidFill>
                  <a:srgbClr val="323633"/>
                </a:solidFill>
                <a:latin typeface="Sansation"/>
                <a:ea typeface="Sansation"/>
                <a:cs typeface="Sansation"/>
              </a:defRPr>
            </a:lvl4pPr>
            <a:lvl5pPr>
              <a:defRPr sz="4000" b="1">
                <a:solidFill>
                  <a:srgbClr val="323633"/>
                </a:solidFill>
                <a:latin typeface="Sansation"/>
                <a:ea typeface="Sansation"/>
                <a:cs typeface="Sansation"/>
              </a:defRPr>
            </a:lvl5pPr>
            <a:lvl6pPr>
              <a:defRPr sz="4000" b="1">
                <a:solidFill>
                  <a:srgbClr val="323633"/>
                </a:solidFill>
                <a:latin typeface="Sansation"/>
                <a:ea typeface="Sansation"/>
                <a:cs typeface="Sansation"/>
              </a:defRPr>
            </a:lvl6pPr>
            <a:lvl7pPr>
              <a:defRPr sz="4000" b="1">
                <a:solidFill>
                  <a:srgbClr val="323633"/>
                </a:solidFill>
                <a:latin typeface="Sansation"/>
                <a:ea typeface="Sansation"/>
                <a:cs typeface="Sansation"/>
              </a:defRPr>
            </a:lvl7pPr>
            <a:lvl8pPr>
              <a:defRPr sz="4000" b="1">
                <a:solidFill>
                  <a:srgbClr val="323633"/>
                </a:solidFill>
                <a:latin typeface="Sansation"/>
                <a:ea typeface="Sansation"/>
                <a:cs typeface="Sansation"/>
              </a:defRPr>
            </a:lvl8pPr>
            <a:lvl9pPr>
              <a:defRPr sz="4000" b="1">
                <a:solidFill>
                  <a:srgbClr val="323633"/>
                </a:solidFill>
                <a:latin typeface="Sansation"/>
                <a:ea typeface="Sansation"/>
                <a:cs typeface="Sansation"/>
              </a:defRPr>
            </a:lvl9pPr>
          </a:lstStyle>
          <a:p>
            <a:pPr>
              <a:defRPr sz="4000" b="1">
                <a:solidFill>
                  <a:srgbClr val="323633"/>
                </a:solidFill>
                <a:latin typeface="Sansation"/>
                <a:ea typeface="Sansation"/>
                <a:cs typeface="Sansation"/>
              </a:defRPr>
            </a:pPr>
            <a:r>
              <a:rPr sz="4000" b="1">
                <a:solidFill>
                  <a:srgbClr val="323633"/>
                </a:solidFill>
                <a:latin typeface="Sansation"/>
                <a:ea typeface="Sansation"/>
                <a:cs typeface="Sansation"/>
              </a:rPr>
              <a:t>The model scores. Your code decides.</a:t>
            </a:r>
          </a:p>
        </p:txBody>
      </p:sp>
      <p:sp>
        <p:nvSpPr>
          <p:cNvPr id="4" name="Rectangle 3">
            <a:extLst>
              <a:ext uri="{FF2B5EF4-FFF2-40B4-BE49-F238E27FC236}">
                <a16:creationId xmlns:a16="http://schemas.microsoft.com/office/drawing/2014/main" id="{10115D92-E2DF-459E-9B3E-AF5067BB5198}"/>
              </a:ext>
            </a:extLst>
          </p:cNvPr>
          <p:cNvSpPr>
            <a:spLocks noGrp="1"/>
          </p:cNvSpPr>
          <p:nvPr/>
        </p:nvSpPr>
        <p:spPr>
          <a:xfrm>
            <a:off x="838200" y="1857375"/>
            <a:ext cx="10515600" cy="571500"/>
          </a:xfrm>
          <a:prstGeom prst="rect">
            <a:avLst/>
          </a:prstGeom>
          <a:noFill/>
          <a:ln w="0">
            <a:noFill/>
            <a:prstDash val="solid"/>
          </a:ln>
        </p:spPr>
        <p:txBody>
          <a:bodyPr/>
          <a:lstStyle>
            <a:defPPr>
              <a:defRPr sz="2400" b="0">
                <a:solidFill>
                  <a:srgbClr val="323633"/>
                </a:solidFill>
                <a:latin typeface="Sansation"/>
                <a:ea typeface="Sansation"/>
                <a:cs typeface="Sansation"/>
              </a:defRPr>
            </a:defPPr>
            <a:lvl1pPr>
              <a:defRPr sz="2400" b="0">
                <a:solidFill>
                  <a:srgbClr val="323633"/>
                </a:solidFill>
                <a:latin typeface="Sansation"/>
                <a:ea typeface="Sansation"/>
                <a:cs typeface="Sansation"/>
              </a:defRPr>
            </a:lvl1pPr>
            <a:lvl2pPr>
              <a:defRPr sz="2400" b="0">
                <a:solidFill>
                  <a:srgbClr val="323633"/>
                </a:solidFill>
                <a:latin typeface="Sansation"/>
                <a:ea typeface="Sansation"/>
                <a:cs typeface="Sansation"/>
              </a:defRPr>
            </a:lvl2pPr>
            <a:lvl3pPr>
              <a:defRPr sz="2400" b="0">
                <a:solidFill>
                  <a:srgbClr val="323633"/>
                </a:solidFill>
                <a:latin typeface="Sansation"/>
                <a:ea typeface="Sansation"/>
                <a:cs typeface="Sansation"/>
              </a:defRPr>
            </a:lvl3pPr>
            <a:lvl4pPr>
              <a:defRPr sz="2400" b="0">
                <a:solidFill>
                  <a:srgbClr val="323633"/>
                </a:solidFill>
                <a:latin typeface="Sansation"/>
                <a:ea typeface="Sansation"/>
                <a:cs typeface="Sansation"/>
              </a:defRPr>
            </a:lvl4pPr>
            <a:lvl5pPr>
              <a:defRPr sz="2400" b="0">
                <a:solidFill>
                  <a:srgbClr val="323633"/>
                </a:solidFill>
                <a:latin typeface="Sansation"/>
                <a:ea typeface="Sansation"/>
                <a:cs typeface="Sansation"/>
              </a:defRPr>
            </a:lvl5pPr>
            <a:lvl6pPr>
              <a:defRPr sz="2400" b="0">
                <a:solidFill>
                  <a:srgbClr val="323633"/>
                </a:solidFill>
                <a:latin typeface="Sansation"/>
                <a:ea typeface="Sansation"/>
                <a:cs typeface="Sansation"/>
              </a:defRPr>
            </a:lvl6pPr>
            <a:lvl7pPr>
              <a:defRPr sz="2400" b="0">
                <a:solidFill>
                  <a:srgbClr val="323633"/>
                </a:solidFill>
                <a:latin typeface="Sansation"/>
                <a:ea typeface="Sansation"/>
                <a:cs typeface="Sansation"/>
              </a:defRPr>
            </a:lvl7pPr>
            <a:lvl8pPr>
              <a:defRPr sz="2400" b="0">
                <a:solidFill>
                  <a:srgbClr val="323633"/>
                </a:solidFill>
                <a:latin typeface="Sansation"/>
                <a:ea typeface="Sansation"/>
                <a:cs typeface="Sansation"/>
              </a:defRPr>
            </a:lvl8pPr>
            <a:lvl9pPr>
              <a:defRPr sz="2400" b="0">
                <a:solidFill>
                  <a:srgbClr val="323633"/>
                </a:solidFill>
                <a:latin typeface="Sansation"/>
                <a:ea typeface="Sansation"/>
                <a:cs typeface="Sansation"/>
              </a:defRPr>
            </a:lvl9pPr>
          </a:lstStyle>
          <a:p>
            <a:pPr>
              <a:defRPr sz="2400" b="0">
                <a:solidFill>
                  <a:srgbClr val="323633"/>
                </a:solidFill>
                <a:latin typeface="Sansation"/>
                <a:ea typeface="Sansation"/>
                <a:cs typeface="Sansation"/>
              </a:defRPr>
            </a:pPr>
            <a:r>
              <a:rPr sz="2400" b="0">
                <a:solidFill>
                  <a:srgbClr val="323633"/>
                </a:solidFill>
                <a:latin typeface="Sansation"/>
                <a:ea typeface="Sansation"/>
                <a:cs typeface="Sansation"/>
              </a:rPr>
              <a:t>“Does this record satisfy the acceptance rule?”</a:t>
            </a:r>
          </a:p>
        </p:txBody>
      </p:sp>
      <p:sp>
        <p:nvSpPr>
          <p:cNvPr id="5" name="Rectangle 4">
            <a:extLst>
              <a:ext uri="{FF2B5EF4-FFF2-40B4-BE49-F238E27FC236}">
                <a16:creationId xmlns:a16="http://schemas.microsoft.com/office/drawing/2014/main" id="{91597812-2284-4105-8C4F-030534E1465B}"/>
              </a:ext>
            </a:extLst>
          </p:cNvPr>
          <p:cNvSpPr>
            <a:spLocks noGrp="1"/>
          </p:cNvSpPr>
          <p:nvPr/>
        </p:nvSpPr>
        <p:spPr>
          <a:xfrm>
            <a:off x="838200" y="2771775"/>
            <a:ext cx="6667500" cy="381000"/>
          </a:xfrm>
          <a:prstGeom prst="rect">
            <a:avLst/>
          </a:prstGeom>
          <a:noFill/>
          <a:ln w="0">
            <a:noFill/>
            <a:prstDash val="solid"/>
          </a:ln>
        </p:spPr>
        <p:txBody>
          <a:bodyPr/>
          <a:lstStyle>
            <a:defPPr>
              <a:defRPr sz="1875" b="0">
                <a:solidFill>
                  <a:srgbClr val="323633"/>
                </a:solidFill>
                <a:latin typeface="Sansation"/>
                <a:ea typeface="Sansation"/>
                <a:cs typeface="Sansation"/>
              </a:defRPr>
            </a:defPPr>
            <a:lvl1pPr>
              <a:defRPr sz="1875" b="0">
                <a:solidFill>
                  <a:srgbClr val="323633"/>
                </a:solidFill>
                <a:latin typeface="Sansation"/>
                <a:ea typeface="Sansation"/>
                <a:cs typeface="Sansation"/>
              </a:defRPr>
            </a:lvl1pPr>
            <a:lvl2pPr>
              <a:defRPr sz="1875" b="0">
                <a:solidFill>
                  <a:srgbClr val="323633"/>
                </a:solidFill>
                <a:latin typeface="Sansation"/>
                <a:ea typeface="Sansation"/>
                <a:cs typeface="Sansation"/>
              </a:defRPr>
            </a:lvl2pPr>
            <a:lvl3pPr>
              <a:defRPr sz="1875" b="0">
                <a:solidFill>
                  <a:srgbClr val="323633"/>
                </a:solidFill>
                <a:latin typeface="Sansation"/>
                <a:ea typeface="Sansation"/>
                <a:cs typeface="Sansation"/>
              </a:defRPr>
            </a:lvl3pPr>
            <a:lvl4pPr>
              <a:defRPr sz="1875" b="0">
                <a:solidFill>
                  <a:srgbClr val="323633"/>
                </a:solidFill>
                <a:latin typeface="Sansation"/>
                <a:ea typeface="Sansation"/>
                <a:cs typeface="Sansation"/>
              </a:defRPr>
            </a:lvl4pPr>
            <a:lvl5pPr>
              <a:defRPr sz="1875" b="0">
                <a:solidFill>
                  <a:srgbClr val="323633"/>
                </a:solidFill>
                <a:latin typeface="Sansation"/>
                <a:ea typeface="Sansation"/>
                <a:cs typeface="Sansation"/>
              </a:defRPr>
            </a:lvl5pPr>
            <a:lvl6pPr>
              <a:defRPr sz="1875" b="0">
                <a:solidFill>
                  <a:srgbClr val="323633"/>
                </a:solidFill>
                <a:latin typeface="Sansation"/>
                <a:ea typeface="Sansation"/>
                <a:cs typeface="Sansation"/>
              </a:defRPr>
            </a:lvl6pPr>
            <a:lvl7pPr>
              <a:defRPr sz="1875" b="0">
                <a:solidFill>
                  <a:srgbClr val="323633"/>
                </a:solidFill>
                <a:latin typeface="Sansation"/>
                <a:ea typeface="Sansation"/>
                <a:cs typeface="Sansation"/>
              </a:defRPr>
            </a:lvl7pPr>
            <a:lvl8pPr>
              <a:defRPr sz="1875" b="0">
                <a:solidFill>
                  <a:srgbClr val="323633"/>
                </a:solidFill>
                <a:latin typeface="Sansation"/>
                <a:ea typeface="Sansation"/>
                <a:cs typeface="Sansation"/>
              </a:defRPr>
            </a:lvl8pPr>
            <a:lvl9pPr>
              <a:defRPr sz="1875" b="0">
                <a:solidFill>
                  <a:srgbClr val="323633"/>
                </a:solidFill>
                <a:latin typeface="Sansation"/>
                <a:ea typeface="Sansation"/>
                <a:cs typeface="Sansation"/>
              </a:defRPr>
            </a:lvl9pPr>
          </a:lstStyle>
          <a:p>
            <a:pPr>
              <a:defRPr sz="1875" b="0">
                <a:solidFill>
                  <a:srgbClr val="323633"/>
                </a:solidFill>
                <a:latin typeface="Sansation"/>
                <a:ea typeface="Sansation"/>
                <a:cs typeface="Sansation"/>
              </a:defRPr>
            </a:pPr>
            <a:r>
              <a:rPr sz="1875" b="0">
                <a:solidFill>
                  <a:srgbClr val="323633"/>
                </a:solidFill>
                <a:latin typeface="Sansation"/>
                <a:ea typeface="Sansation"/>
                <a:cs typeface="Sansation"/>
              </a:rPr>
              <a:t>Probability of yes</a:t>
            </a:r>
          </a:p>
        </p:txBody>
      </p:sp>
      <p:sp>
        <p:nvSpPr>
          <p:cNvPr id="6" name="Rectangle 5">
            <a:extLst>
              <a:ext uri="{FF2B5EF4-FFF2-40B4-BE49-F238E27FC236}">
                <a16:creationId xmlns:a16="http://schemas.microsoft.com/office/drawing/2014/main" id="{73FA3F71-CB03-4D8B-8134-3DD6EBCF163A}"/>
              </a:ext>
            </a:extLst>
          </p:cNvPr>
          <p:cNvSpPr>
            <a:spLocks noGrp="1"/>
          </p:cNvSpPr>
          <p:nvPr/>
        </p:nvSpPr>
        <p:spPr>
          <a:xfrm>
            <a:off x="838200" y="3438525"/>
            <a:ext cx="2103120" cy="419100"/>
          </a:xfrm>
          <a:prstGeom prst="rect">
            <a:avLst/>
          </a:prstGeom>
          <a:solidFill>
            <a:srgbClr val="C4242A"/>
          </a:solidFill>
          <a:ln w="0">
            <a:noFill/>
            <a:prstDash val="solid"/>
          </a:ln>
        </p:spPr>
        <p:txBody>
          <a:bodyPr/>
          <a:lstStyle/>
          <a:p>
            <a:endParaRPr lang="nl-NL"/>
          </a:p>
        </p:txBody>
      </p:sp>
      <p:sp>
        <p:nvSpPr>
          <p:cNvPr id="7" name="Rectangle 6">
            <a:extLst>
              <a:ext uri="{FF2B5EF4-FFF2-40B4-BE49-F238E27FC236}">
                <a16:creationId xmlns:a16="http://schemas.microsoft.com/office/drawing/2014/main" id="{FDF8E173-E00E-4E31-B537-D0A9A1DD7403}"/>
              </a:ext>
            </a:extLst>
          </p:cNvPr>
          <p:cNvSpPr>
            <a:spLocks noGrp="1"/>
          </p:cNvSpPr>
          <p:nvPr/>
        </p:nvSpPr>
        <p:spPr>
          <a:xfrm>
            <a:off x="2941320" y="3438525"/>
            <a:ext cx="6309360" cy="419100"/>
          </a:xfrm>
          <a:prstGeom prst="rect">
            <a:avLst/>
          </a:prstGeom>
          <a:solidFill>
            <a:srgbClr val="B45309"/>
          </a:solidFill>
          <a:ln w="0">
            <a:noFill/>
            <a:prstDash val="solid"/>
          </a:ln>
        </p:spPr>
        <p:txBody>
          <a:bodyPr/>
          <a:lstStyle/>
          <a:p>
            <a:endParaRPr lang="nl-NL"/>
          </a:p>
        </p:txBody>
      </p:sp>
      <p:sp>
        <p:nvSpPr>
          <p:cNvPr id="8" name="Rectangle 7">
            <a:extLst>
              <a:ext uri="{FF2B5EF4-FFF2-40B4-BE49-F238E27FC236}">
                <a16:creationId xmlns:a16="http://schemas.microsoft.com/office/drawing/2014/main" id="{A35AE473-0CEA-4164-BC04-2E7C26A04FFD}"/>
              </a:ext>
            </a:extLst>
          </p:cNvPr>
          <p:cNvSpPr>
            <a:spLocks noGrp="1"/>
          </p:cNvSpPr>
          <p:nvPr/>
        </p:nvSpPr>
        <p:spPr>
          <a:xfrm>
            <a:off x="9250680" y="3438525"/>
            <a:ext cx="2103120" cy="419100"/>
          </a:xfrm>
          <a:prstGeom prst="rect">
            <a:avLst/>
          </a:prstGeom>
          <a:solidFill>
            <a:srgbClr val="2E7D32"/>
          </a:solidFill>
          <a:ln w="0">
            <a:noFill/>
            <a:prstDash val="solid"/>
          </a:ln>
        </p:spPr>
        <p:txBody>
          <a:bodyPr/>
          <a:lstStyle/>
          <a:p>
            <a:endParaRPr lang="nl-NL"/>
          </a:p>
        </p:txBody>
      </p:sp>
      <p:sp>
        <p:nvSpPr>
          <p:cNvPr id="9" name="Rectangle 8">
            <a:extLst>
              <a:ext uri="{FF2B5EF4-FFF2-40B4-BE49-F238E27FC236}">
                <a16:creationId xmlns:a16="http://schemas.microsoft.com/office/drawing/2014/main" id="{19530DF8-A0DB-4842-98B4-E2F630838E4D}"/>
              </a:ext>
            </a:extLst>
          </p:cNvPr>
          <p:cNvSpPr>
            <a:spLocks noGrp="1"/>
          </p:cNvSpPr>
          <p:nvPr/>
        </p:nvSpPr>
        <p:spPr>
          <a:xfrm>
            <a:off x="838200" y="3990975"/>
            <a:ext cx="666750" cy="333375"/>
          </a:xfrm>
          <a:prstGeom prst="rect">
            <a:avLst/>
          </a:prstGeom>
          <a:noFill/>
          <a:ln w="0">
            <a:noFill/>
            <a:prstDash val="solid"/>
          </a:ln>
        </p:spPr>
        <p:txBody>
          <a:bodyPr/>
          <a:lstStyle>
            <a:defPPr>
              <a:defRPr sz="1725" b="0">
                <a:solidFill>
                  <a:srgbClr val="323633"/>
                </a:solidFill>
                <a:latin typeface="Sansation"/>
                <a:ea typeface="Sansation"/>
                <a:cs typeface="Sansation"/>
              </a:defRPr>
            </a:defPPr>
            <a:lvl1pPr>
              <a:defRPr sz="1725" b="0">
                <a:solidFill>
                  <a:srgbClr val="323633"/>
                </a:solidFill>
                <a:latin typeface="Sansation"/>
                <a:ea typeface="Sansation"/>
                <a:cs typeface="Sansation"/>
              </a:defRPr>
            </a:lvl1pPr>
            <a:lvl2pPr>
              <a:defRPr sz="1725" b="0">
                <a:solidFill>
                  <a:srgbClr val="323633"/>
                </a:solidFill>
                <a:latin typeface="Sansation"/>
                <a:ea typeface="Sansation"/>
                <a:cs typeface="Sansation"/>
              </a:defRPr>
            </a:lvl2pPr>
            <a:lvl3pPr>
              <a:defRPr sz="1725" b="0">
                <a:solidFill>
                  <a:srgbClr val="323633"/>
                </a:solidFill>
                <a:latin typeface="Sansation"/>
                <a:ea typeface="Sansation"/>
                <a:cs typeface="Sansation"/>
              </a:defRPr>
            </a:lvl3pPr>
            <a:lvl4pPr>
              <a:defRPr sz="1725" b="0">
                <a:solidFill>
                  <a:srgbClr val="323633"/>
                </a:solidFill>
                <a:latin typeface="Sansation"/>
                <a:ea typeface="Sansation"/>
                <a:cs typeface="Sansation"/>
              </a:defRPr>
            </a:lvl4pPr>
            <a:lvl5pPr>
              <a:defRPr sz="1725" b="0">
                <a:solidFill>
                  <a:srgbClr val="323633"/>
                </a:solidFill>
                <a:latin typeface="Sansation"/>
                <a:ea typeface="Sansation"/>
                <a:cs typeface="Sansation"/>
              </a:defRPr>
            </a:lvl5pPr>
            <a:lvl6pPr>
              <a:defRPr sz="1725" b="0">
                <a:solidFill>
                  <a:srgbClr val="323633"/>
                </a:solidFill>
                <a:latin typeface="Sansation"/>
                <a:ea typeface="Sansation"/>
                <a:cs typeface="Sansation"/>
              </a:defRPr>
            </a:lvl6pPr>
            <a:lvl7pPr>
              <a:defRPr sz="1725" b="0">
                <a:solidFill>
                  <a:srgbClr val="323633"/>
                </a:solidFill>
                <a:latin typeface="Sansation"/>
                <a:ea typeface="Sansation"/>
                <a:cs typeface="Sansation"/>
              </a:defRPr>
            </a:lvl7pPr>
            <a:lvl8pPr>
              <a:defRPr sz="1725" b="0">
                <a:solidFill>
                  <a:srgbClr val="323633"/>
                </a:solidFill>
                <a:latin typeface="Sansation"/>
                <a:ea typeface="Sansation"/>
                <a:cs typeface="Sansation"/>
              </a:defRPr>
            </a:lvl8pPr>
            <a:lvl9pPr>
              <a:defRPr sz="1725" b="0">
                <a:solidFill>
                  <a:srgbClr val="323633"/>
                </a:solidFill>
                <a:latin typeface="Sansation"/>
                <a:ea typeface="Sansation"/>
                <a:cs typeface="Sansation"/>
              </a:defRPr>
            </a:lvl9pPr>
          </a:lstStyle>
          <a:p>
            <a:pPr>
              <a:defRPr sz="1725" b="0">
                <a:solidFill>
                  <a:srgbClr val="323633"/>
                </a:solidFill>
                <a:latin typeface="Sansation"/>
                <a:ea typeface="Sansation"/>
                <a:cs typeface="Sansation"/>
              </a:defRPr>
            </a:pPr>
            <a:r>
              <a:rPr sz="1725" b="0">
                <a:solidFill>
                  <a:srgbClr val="323633"/>
                </a:solidFill>
                <a:latin typeface="Sansation"/>
                <a:ea typeface="Sansation"/>
                <a:cs typeface="Sansation"/>
              </a:rPr>
              <a:t>0</a:t>
            </a:r>
          </a:p>
        </p:txBody>
      </p:sp>
      <p:sp>
        <p:nvSpPr>
          <p:cNvPr id="10" name="Rectangle 9">
            <a:extLst>
              <a:ext uri="{FF2B5EF4-FFF2-40B4-BE49-F238E27FC236}">
                <a16:creationId xmlns:a16="http://schemas.microsoft.com/office/drawing/2014/main" id="{A173465E-337C-4AAD-8C3B-0A5BC2AFDE37}"/>
              </a:ext>
            </a:extLst>
          </p:cNvPr>
          <p:cNvSpPr>
            <a:spLocks noGrp="1"/>
          </p:cNvSpPr>
          <p:nvPr/>
        </p:nvSpPr>
        <p:spPr>
          <a:xfrm>
            <a:off x="2676525" y="3990975"/>
            <a:ext cx="952500" cy="333375"/>
          </a:xfrm>
          <a:prstGeom prst="rect">
            <a:avLst/>
          </a:prstGeom>
          <a:noFill/>
          <a:ln w="0">
            <a:noFill/>
            <a:prstDash val="solid"/>
          </a:ln>
        </p:spPr>
        <p:txBody>
          <a:bodyPr/>
          <a:lstStyle>
            <a:defPPr>
              <a:defRPr sz="1725" b="0">
                <a:solidFill>
                  <a:srgbClr val="323633"/>
                </a:solidFill>
                <a:latin typeface="Sansation"/>
                <a:ea typeface="Sansation"/>
                <a:cs typeface="Sansation"/>
              </a:defRPr>
            </a:defPPr>
            <a:lvl1pPr>
              <a:defRPr sz="1725" b="0">
                <a:solidFill>
                  <a:srgbClr val="323633"/>
                </a:solidFill>
                <a:latin typeface="Sansation"/>
                <a:ea typeface="Sansation"/>
                <a:cs typeface="Sansation"/>
              </a:defRPr>
            </a:lvl1pPr>
            <a:lvl2pPr>
              <a:defRPr sz="1725" b="0">
                <a:solidFill>
                  <a:srgbClr val="323633"/>
                </a:solidFill>
                <a:latin typeface="Sansation"/>
                <a:ea typeface="Sansation"/>
                <a:cs typeface="Sansation"/>
              </a:defRPr>
            </a:lvl2pPr>
            <a:lvl3pPr>
              <a:defRPr sz="1725" b="0">
                <a:solidFill>
                  <a:srgbClr val="323633"/>
                </a:solidFill>
                <a:latin typeface="Sansation"/>
                <a:ea typeface="Sansation"/>
                <a:cs typeface="Sansation"/>
              </a:defRPr>
            </a:lvl3pPr>
            <a:lvl4pPr>
              <a:defRPr sz="1725" b="0">
                <a:solidFill>
                  <a:srgbClr val="323633"/>
                </a:solidFill>
                <a:latin typeface="Sansation"/>
                <a:ea typeface="Sansation"/>
                <a:cs typeface="Sansation"/>
              </a:defRPr>
            </a:lvl4pPr>
            <a:lvl5pPr>
              <a:defRPr sz="1725" b="0">
                <a:solidFill>
                  <a:srgbClr val="323633"/>
                </a:solidFill>
                <a:latin typeface="Sansation"/>
                <a:ea typeface="Sansation"/>
                <a:cs typeface="Sansation"/>
              </a:defRPr>
            </a:lvl5pPr>
            <a:lvl6pPr>
              <a:defRPr sz="1725" b="0">
                <a:solidFill>
                  <a:srgbClr val="323633"/>
                </a:solidFill>
                <a:latin typeface="Sansation"/>
                <a:ea typeface="Sansation"/>
                <a:cs typeface="Sansation"/>
              </a:defRPr>
            </a:lvl6pPr>
            <a:lvl7pPr>
              <a:defRPr sz="1725" b="0">
                <a:solidFill>
                  <a:srgbClr val="323633"/>
                </a:solidFill>
                <a:latin typeface="Sansation"/>
                <a:ea typeface="Sansation"/>
                <a:cs typeface="Sansation"/>
              </a:defRPr>
            </a:lvl7pPr>
            <a:lvl8pPr>
              <a:defRPr sz="1725" b="0">
                <a:solidFill>
                  <a:srgbClr val="323633"/>
                </a:solidFill>
                <a:latin typeface="Sansation"/>
                <a:ea typeface="Sansation"/>
                <a:cs typeface="Sansation"/>
              </a:defRPr>
            </a:lvl8pPr>
            <a:lvl9pPr>
              <a:defRPr sz="1725" b="0">
                <a:solidFill>
                  <a:srgbClr val="323633"/>
                </a:solidFill>
                <a:latin typeface="Sansation"/>
                <a:ea typeface="Sansation"/>
                <a:cs typeface="Sansation"/>
              </a:defRPr>
            </a:lvl9pPr>
          </a:lstStyle>
          <a:p>
            <a:pPr>
              <a:defRPr sz="1725" b="0">
                <a:solidFill>
                  <a:srgbClr val="323633"/>
                </a:solidFill>
                <a:latin typeface="Sansation"/>
                <a:ea typeface="Sansation"/>
                <a:cs typeface="Sansation"/>
              </a:defRPr>
            </a:pPr>
            <a:r>
              <a:rPr sz="1725" b="0">
                <a:solidFill>
                  <a:srgbClr val="323633"/>
                </a:solidFill>
                <a:latin typeface="Sansation"/>
                <a:ea typeface="Sansation"/>
                <a:cs typeface="Sansation"/>
              </a:rPr>
              <a:t>0.20</a:t>
            </a:r>
          </a:p>
        </p:txBody>
      </p:sp>
      <p:sp>
        <p:nvSpPr>
          <p:cNvPr id="11" name="Rectangle 10">
            <a:extLst>
              <a:ext uri="{FF2B5EF4-FFF2-40B4-BE49-F238E27FC236}">
                <a16:creationId xmlns:a16="http://schemas.microsoft.com/office/drawing/2014/main" id="{C500C31D-8623-4B34-AB7C-F9F86C6E4555}"/>
              </a:ext>
            </a:extLst>
          </p:cNvPr>
          <p:cNvSpPr>
            <a:spLocks noGrp="1"/>
          </p:cNvSpPr>
          <p:nvPr/>
        </p:nvSpPr>
        <p:spPr>
          <a:xfrm>
            <a:off x="8982075" y="3990975"/>
            <a:ext cx="952500" cy="333375"/>
          </a:xfrm>
          <a:prstGeom prst="rect">
            <a:avLst/>
          </a:prstGeom>
          <a:noFill/>
          <a:ln w="0">
            <a:noFill/>
            <a:prstDash val="solid"/>
          </a:ln>
        </p:spPr>
        <p:txBody>
          <a:bodyPr/>
          <a:lstStyle>
            <a:defPPr>
              <a:defRPr sz="1725" b="0">
                <a:solidFill>
                  <a:srgbClr val="323633"/>
                </a:solidFill>
                <a:latin typeface="Sansation"/>
                <a:ea typeface="Sansation"/>
                <a:cs typeface="Sansation"/>
              </a:defRPr>
            </a:defPPr>
            <a:lvl1pPr>
              <a:defRPr sz="1725" b="0">
                <a:solidFill>
                  <a:srgbClr val="323633"/>
                </a:solidFill>
                <a:latin typeface="Sansation"/>
                <a:ea typeface="Sansation"/>
                <a:cs typeface="Sansation"/>
              </a:defRPr>
            </a:lvl1pPr>
            <a:lvl2pPr>
              <a:defRPr sz="1725" b="0">
                <a:solidFill>
                  <a:srgbClr val="323633"/>
                </a:solidFill>
                <a:latin typeface="Sansation"/>
                <a:ea typeface="Sansation"/>
                <a:cs typeface="Sansation"/>
              </a:defRPr>
            </a:lvl2pPr>
            <a:lvl3pPr>
              <a:defRPr sz="1725" b="0">
                <a:solidFill>
                  <a:srgbClr val="323633"/>
                </a:solidFill>
                <a:latin typeface="Sansation"/>
                <a:ea typeface="Sansation"/>
                <a:cs typeface="Sansation"/>
              </a:defRPr>
            </a:lvl3pPr>
            <a:lvl4pPr>
              <a:defRPr sz="1725" b="0">
                <a:solidFill>
                  <a:srgbClr val="323633"/>
                </a:solidFill>
                <a:latin typeface="Sansation"/>
                <a:ea typeface="Sansation"/>
                <a:cs typeface="Sansation"/>
              </a:defRPr>
            </a:lvl4pPr>
            <a:lvl5pPr>
              <a:defRPr sz="1725" b="0">
                <a:solidFill>
                  <a:srgbClr val="323633"/>
                </a:solidFill>
                <a:latin typeface="Sansation"/>
                <a:ea typeface="Sansation"/>
                <a:cs typeface="Sansation"/>
              </a:defRPr>
            </a:lvl5pPr>
            <a:lvl6pPr>
              <a:defRPr sz="1725" b="0">
                <a:solidFill>
                  <a:srgbClr val="323633"/>
                </a:solidFill>
                <a:latin typeface="Sansation"/>
                <a:ea typeface="Sansation"/>
                <a:cs typeface="Sansation"/>
              </a:defRPr>
            </a:lvl6pPr>
            <a:lvl7pPr>
              <a:defRPr sz="1725" b="0">
                <a:solidFill>
                  <a:srgbClr val="323633"/>
                </a:solidFill>
                <a:latin typeface="Sansation"/>
                <a:ea typeface="Sansation"/>
                <a:cs typeface="Sansation"/>
              </a:defRPr>
            </a:lvl7pPr>
            <a:lvl8pPr>
              <a:defRPr sz="1725" b="0">
                <a:solidFill>
                  <a:srgbClr val="323633"/>
                </a:solidFill>
                <a:latin typeface="Sansation"/>
                <a:ea typeface="Sansation"/>
                <a:cs typeface="Sansation"/>
              </a:defRPr>
            </a:lvl8pPr>
            <a:lvl9pPr>
              <a:defRPr sz="1725" b="0">
                <a:solidFill>
                  <a:srgbClr val="323633"/>
                </a:solidFill>
                <a:latin typeface="Sansation"/>
                <a:ea typeface="Sansation"/>
                <a:cs typeface="Sansation"/>
              </a:defRPr>
            </a:lvl9pPr>
          </a:lstStyle>
          <a:p>
            <a:pPr>
              <a:defRPr sz="1725" b="0">
                <a:solidFill>
                  <a:srgbClr val="323633"/>
                </a:solidFill>
                <a:latin typeface="Sansation"/>
                <a:ea typeface="Sansation"/>
                <a:cs typeface="Sansation"/>
              </a:defRPr>
            </a:pPr>
            <a:r>
              <a:rPr sz="1725" b="0">
                <a:solidFill>
                  <a:srgbClr val="323633"/>
                </a:solidFill>
                <a:latin typeface="Sansation"/>
                <a:ea typeface="Sansation"/>
                <a:cs typeface="Sansation"/>
              </a:rPr>
              <a:t>0.80</a:t>
            </a:r>
          </a:p>
        </p:txBody>
      </p:sp>
      <p:sp>
        <p:nvSpPr>
          <p:cNvPr id="12" name="Rectangle 11">
            <a:extLst>
              <a:ext uri="{FF2B5EF4-FFF2-40B4-BE49-F238E27FC236}">
                <a16:creationId xmlns:a16="http://schemas.microsoft.com/office/drawing/2014/main" id="{E5537925-5D48-44C6-BE7F-97BC09133D1F}"/>
              </a:ext>
            </a:extLst>
          </p:cNvPr>
          <p:cNvSpPr>
            <a:spLocks noGrp="1"/>
          </p:cNvSpPr>
          <p:nvPr/>
        </p:nvSpPr>
        <p:spPr>
          <a:xfrm>
            <a:off x="11144250" y="3990975"/>
            <a:ext cx="333375" cy="333375"/>
          </a:xfrm>
          <a:prstGeom prst="rect">
            <a:avLst/>
          </a:prstGeom>
          <a:noFill/>
          <a:ln w="0">
            <a:noFill/>
            <a:prstDash val="solid"/>
          </a:ln>
        </p:spPr>
        <p:txBody>
          <a:bodyPr/>
          <a:lstStyle>
            <a:defPPr>
              <a:defRPr sz="1725" b="0">
                <a:solidFill>
                  <a:srgbClr val="323633"/>
                </a:solidFill>
                <a:latin typeface="Sansation"/>
                <a:ea typeface="Sansation"/>
                <a:cs typeface="Sansation"/>
              </a:defRPr>
            </a:defPPr>
            <a:lvl1pPr>
              <a:defRPr sz="1725" b="0">
                <a:solidFill>
                  <a:srgbClr val="323633"/>
                </a:solidFill>
                <a:latin typeface="Sansation"/>
                <a:ea typeface="Sansation"/>
                <a:cs typeface="Sansation"/>
              </a:defRPr>
            </a:lvl1pPr>
            <a:lvl2pPr>
              <a:defRPr sz="1725" b="0">
                <a:solidFill>
                  <a:srgbClr val="323633"/>
                </a:solidFill>
                <a:latin typeface="Sansation"/>
                <a:ea typeface="Sansation"/>
                <a:cs typeface="Sansation"/>
              </a:defRPr>
            </a:lvl2pPr>
            <a:lvl3pPr>
              <a:defRPr sz="1725" b="0">
                <a:solidFill>
                  <a:srgbClr val="323633"/>
                </a:solidFill>
                <a:latin typeface="Sansation"/>
                <a:ea typeface="Sansation"/>
                <a:cs typeface="Sansation"/>
              </a:defRPr>
            </a:lvl3pPr>
            <a:lvl4pPr>
              <a:defRPr sz="1725" b="0">
                <a:solidFill>
                  <a:srgbClr val="323633"/>
                </a:solidFill>
                <a:latin typeface="Sansation"/>
                <a:ea typeface="Sansation"/>
                <a:cs typeface="Sansation"/>
              </a:defRPr>
            </a:lvl4pPr>
            <a:lvl5pPr>
              <a:defRPr sz="1725" b="0">
                <a:solidFill>
                  <a:srgbClr val="323633"/>
                </a:solidFill>
                <a:latin typeface="Sansation"/>
                <a:ea typeface="Sansation"/>
                <a:cs typeface="Sansation"/>
              </a:defRPr>
            </a:lvl5pPr>
            <a:lvl6pPr>
              <a:defRPr sz="1725" b="0">
                <a:solidFill>
                  <a:srgbClr val="323633"/>
                </a:solidFill>
                <a:latin typeface="Sansation"/>
                <a:ea typeface="Sansation"/>
                <a:cs typeface="Sansation"/>
              </a:defRPr>
            </a:lvl6pPr>
            <a:lvl7pPr>
              <a:defRPr sz="1725" b="0">
                <a:solidFill>
                  <a:srgbClr val="323633"/>
                </a:solidFill>
                <a:latin typeface="Sansation"/>
                <a:ea typeface="Sansation"/>
                <a:cs typeface="Sansation"/>
              </a:defRPr>
            </a:lvl7pPr>
            <a:lvl8pPr>
              <a:defRPr sz="1725" b="0">
                <a:solidFill>
                  <a:srgbClr val="323633"/>
                </a:solidFill>
                <a:latin typeface="Sansation"/>
                <a:ea typeface="Sansation"/>
                <a:cs typeface="Sansation"/>
              </a:defRPr>
            </a:lvl8pPr>
            <a:lvl9pPr>
              <a:defRPr sz="1725" b="0">
                <a:solidFill>
                  <a:srgbClr val="323633"/>
                </a:solidFill>
                <a:latin typeface="Sansation"/>
                <a:ea typeface="Sansation"/>
                <a:cs typeface="Sansation"/>
              </a:defRPr>
            </a:lvl9pPr>
          </a:lstStyle>
          <a:p>
            <a:pPr>
              <a:defRPr sz="1725" b="0">
                <a:solidFill>
                  <a:srgbClr val="323633"/>
                </a:solidFill>
                <a:latin typeface="Sansation"/>
                <a:ea typeface="Sansation"/>
                <a:cs typeface="Sansation"/>
              </a:defRPr>
            </a:pPr>
            <a:r>
              <a:rPr sz="1725" b="0">
                <a:solidFill>
                  <a:srgbClr val="323633"/>
                </a:solidFill>
                <a:latin typeface="Sansation"/>
                <a:ea typeface="Sansation"/>
                <a:cs typeface="Sansation"/>
              </a:rPr>
              <a:t>1</a:t>
            </a:r>
          </a:p>
        </p:txBody>
      </p:sp>
      <p:sp>
        <p:nvSpPr>
          <p:cNvPr id="13" name="Rectangle 12">
            <a:extLst>
              <a:ext uri="{FF2B5EF4-FFF2-40B4-BE49-F238E27FC236}">
                <a16:creationId xmlns:a16="http://schemas.microsoft.com/office/drawing/2014/main" id="{ACCD0F65-E8B2-4F50-8560-436AFC2A4A38}"/>
              </a:ext>
            </a:extLst>
          </p:cNvPr>
          <p:cNvSpPr>
            <a:spLocks noGrp="1"/>
          </p:cNvSpPr>
          <p:nvPr/>
        </p:nvSpPr>
        <p:spPr>
          <a:xfrm>
            <a:off x="838200" y="4619625"/>
            <a:ext cx="1905000" cy="428625"/>
          </a:xfrm>
          <a:prstGeom prst="rect">
            <a:avLst/>
          </a:prstGeom>
          <a:noFill/>
          <a:ln w="0">
            <a:noFill/>
            <a:prstDash val="solid"/>
          </a:ln>
        </p:spPr>
        <p:txBody>
          <a:bodyPr/>
          <a:lstStyle>
            <a:defPPr>
              <a:defRPr sz="2175" b="1">
                <a:solidFill>
                  <a:srgbClr val="C4242A"/>
                </a:solidFill>
                <a:latin typeface="Sansation"/>
                <a:ea typeface="Sansation"/>
                <a:cs typeface="Sansation"/>
              </a:defRPr>
            </a:defPPr>
            <a:lvl1pPr>
              <a:defRPr sz="2175" b="1">
                <a:solidFill>
                  <a:srgbClr val="C4242A"/>
                </a:solidFill>
                <a:latin typeface="Sansation"/>
                <a:ea typeface="Sansation"/>
                <a:cs typeface="Sansation"/>
              </a:defRPr>
            </a:lvl1pPr>
            <a:lvl2pPr>
              <a:defRPr sz="2175" b="1">
                <a:solidFill>
                  <a:srgbClr val="C4242A"/>
                </a:solidFill>
                <a:latin typeface="Sansation"/>
                <a:ea typeface="Sansation"/>
                <a:cs typeface="Sansation"/>
              </a:defRPr>
            </a:lvl2pPr>
            <a:lvl3pPr>
              <a:defRPr sz="2175" b="1">
                <a:solidFill>
                  <a:srgbClr val="C4242A"/>
                </a:solidFill>
                <a:latin typeface="Sansation"/>
                <a:ea typeface="Sansation"/>
                <a:cs typeface="Sansation"/>
              </a:defRPr>
            </a:lvl3pPr>
            <a:lvl4pPr>
              <a:defRPr sz="2175" b="1">
                <a:solidFill>
                  <a:srgbClr val="C4242A"/>
                </a:solidFill>
                <a:latin typeface="Sansation"/>
                <a:ea typeface="Sansation"/>
                <a:cs typeface="Sansation"/>
              </a:defRPr>
            </a:lvl4pPr>
            <a:lvl5pPr>
              <a:defRPr sz="2175" b="1">
                <a:solidFill>
                  <a:srgbClr val="C4242A"/>
                </a:solidFill>
                <a:latin typeface="Sansation"/>
                <a:ea typeface="Sansation"/>
                <a:cs typeface="Sansation"/>
              </a:defRPr>
            </a:lvl5pPr>
            <a:lvl6pPr>
              <a:defRPr sz="2175" b="1">
                <a:solidFill>
                  <a:srgbClr val="C4242A"/>
                </a:solidFill>
                <a:latin typeface="Sansation"/>
                <a:ea typeface="Sansation"/>
                <a:cs typeface="Sansation"/>
              </a:defRPr>
            </a:lvl6pPr>
            <a:lvl7pPr>
              <a:defRPr sz="2175" b="1">
                <a:solidFill>
                  <a:srgbClr val="C4242A"/>
                </a:solidFill>
                <a:latin typeface="Sansation"/>
                <a:ea typeface="Sansation"/>
                <a:cs typeface="Sansation"/>
              </a:defRPr>
            </a:lvl7pPr>
            <a:lvl8pPr>
              <a:defRPr sz="2175" b="1">
                <a:solidFill>
                  <a:srgbClr val="C4242A"/>
                </a:solidFill>
                <a:latin typeface="Sansation"/>
                <a:ea typeface="Sansation"/>
                <a:cs typeface="Sansation"/>
              </a:defRPr>
            </a:lvl8pPr>
            <a:lvl9pPr>
              <a:defRPr sz="2175" b="1">
                <a:solidFill>
                  <a:srgbClr val="C4242A"/>
                </a:solidFill>
                <a:latin typeface="Sansation"/>
                <a:ea typeface="Sansation"/>
                <a:cs typeface="Sansation"/>
              </a:defRPr>
            </a:lvl9pPr>
          </a:lstStyle>
          <a:p>
            <a:pPr>
              <a:defRPr sz="2175" b="1">
                <a:solidFill>
                  <a:srgbClr val="C4242A"/>
                </a:solidFill>
                <a:latin typeface="Sansation"/>
                <a:ea typeface="Sansation"/>
                <a:cs typeface="Sansation"/>
              </a:defRPr>
            </a:pPr>
            <a:r>
              <a:rPr sz="2175" b="1">
                <a:solidFill>
                  <a:srgbClr val="C4242A"/>
                </a:solidFill>
                <a:latin typeface="Sansation"/>
                <a:ea typeface="Sansation"/>
                <a:cs typeface="Sansation"/>
              </a:rPr>
              <a:t>Reject</a:t>
            </a:r>
          </a:p>
        </p:txBody>
      </p:sp>
      <p:sp>
        <p:nvSpPr>
          <p:cNvPr id="14" name="Rectangle 13">
            <a:extLst>
              <a:ext uri="{FF2B5EF4-FFF2-40B4-BE49-F238E27FC236}">
                <a16:creationId xmlns:a16="http://schemas.microsoft.com/office/drawing/2014/main" id="{B957EBB0-D313-4990-8568-2C4BBC304283}"/>
              </a:ext>
            </a:extLst>
          </p:cNvPr>
          <p:cNvSpPr>
            <a:spLocks noGrp="1"/>
          </p:cNvSpPr>
          <p:nvPr/>
        </p:nvSpPr>
        <p:spPr>
          <a:xfrm>
            <a:off x="4714875" y="4619625"/>
            <a:ext cx="2286000" cy="428625"/>
          </a:xfrm>
          <a:prstGeom prst="rect">
            <a:avLst/>
          </a:prstGeom>
          <a:noFill/>
          <a:ln w="0">
            <a:noFill/>
            <a:prstDash val="solid"/>
          </a:ln>
        </p:spPr>
        <p:txBody>
          <a:bodyPr/>
          <a:lstStyle>
            <a:defPPr>
              <a:defRPr sz="2175" b="1">
                <a:solidFill>
                  <a:srgbClr val="B45309"/>
                </a:solidFill>
                <a:latin typeface="Sansation"/>
                <a:ea typeface="Sansation"/>
                <a:cs typeface="Sansation"/>
              </a:defRPr>
            </a:defPPr>
            <a:lvl1pPr>
              <a:defRPr sz="2175" b="1">
                <a:solidFill>
                  <a:srgbClr val="B45309"/>
                </a:solidFill>
                <a:latin typeface="Sansation"/>
                <a:ea typeface="Sansation"/>
                <a:cs typeface="Sansation"/>
              </a:defRPr>
            </a:lvl1pPr>
            <a:lvl2pPr>
              <a:defRPr sz="2175" b="1">
                <a:solidFill>
                  <a:srgbClr val="B45309"/>
                </a:solidFill>
                <a:latin typeface="Sansation"/>
                <a:ea typeface="Sansation"/>
                <a:cs typeface="Sansation"/>
              </a:defRPr>
            </a:lvl2pPr>
            <a:lvl3pPr>
              <a:defRPr sz="2175" b="1">
                <a:solidFill>
                  <a:srgbClr val="B45309"/>
                </a:solidFill>
                <a:latin typeface="Sansation"/>
                <a:ea typeface="Sansation"/>
                <a:cs typeface="Sansation"/>
              </a:defRPr>
            </a:lvl3pPr>
            <a:lvl4pPr>
              <a:defRPr sz="2175" b="1">
                <a:solidFill>
                  <a:srgbClr val="B45309"/>
                </a:solidFill>
                <a:latin typeface="Sansation"/>
                <a:ea typeface="Sansation"/>
                <a:cs typeface="Sansation"/>
              </a:defRPr>
            </a:lvl4pPr>
            <a:lvl5pPr>
              <a:defRPr sz="2175" b="1">
                <a:solidFill>
                  <a:srgbClr val="B45309"/>
                </a:solidFill>
                <a:latin typeface="Sansation"/>
                <a:ea typeface="Sansation"/>
                <a:cs typeface="Sansation"/>
              </a:defRPr>
            </a:lvl5pPr>
            <a:lvl6pPr>
              <a:defRPr sz="2175" b="1">
                <a:solidFill>
                  <a:srgbClr val="B45309"/>
                </a:solidFill>
                <a:latin typeface="Sansation"/>
                <a:ea typeface="Sansation"/>
                <a:cs typeface="Sansation"/>
              </a:defRPr>
            </a:lvl6pPr>
            <a:lvl7pPr>
              <a:defRPr sz="2175" b="1">
                <a:solidFill>
                  <a:srgbClr val="B45309"/>
                </a:solidFill>
                <a:latin typeface="Sansation"/>
                <a:ea typeface="Sansation"/>
                <a:cs typeface="Sansation"/>
              </a:defRPr>
            </a:lvl7pPr>
            <a:lvl8pPr>
              <a:defRPr sz="2175" b="1">
                <a:solidFill>
                  <a:srgbClr val="B45309"/>
                </a:solidFill>
                <a:latin typeface="Sansation"/>
                <a:ea typeface="Sansation"/>
                <a:cs typeface="Sansation"/>
              </a:defRPr>
            </a:lvl8pPr>
            <a:lvl9pPr>
              <a:defRPr sz="2175" b="1">
                <a:solidFill>
                  <a:srgbClr val="B45309"/>
                </a:solidFill>
                <a:latin typeface="Sansation"/>
                <a:ea typeface="Sansation"/>
                <a:cs typeface="Sansation"/>
              </a:defRPr>
            </a:lvl9pPr>
          </a:lstStyle>
          <a:p>
            <a:pPr>
              <a:defRPr sz="2175" b="1">
                <a:solidFill>
                  <a:srgbClr val="B45309"/>
                </a:solidFill>
                <a:latin typeface="Sansation"/>
                <a:ea typeface="Sansation"/>
                <a:cs typeface="Sansation"/>
              </a:defRPr>
            </a:pPr>
            <a:r>
              <a:rPr sz="2175" b="1">
                <a:solidFill>
                  <a:srgbClr val="B45309"/>
                </a:solidFill>
                <a:latin typeface="Sansation"/>
                <a:ea typeface="Sansation"/>
                <a:cs typeface="Sansation"/>
              </a:rPr>
              <a:t>Review</a:t>
            </a:r>
          </a:p>
        </p:txBody>
      </p:sp>
      <p:sp>
        <p:nvSpPr>
          <p:cNvPr id="15" name="Rectangle 14">
            <a:extLst>
              <a:ext uri="{FF2B5EF4-FFF2-40B4-BE49-F238E27FC236}">
                <a16:creationId xmlns:a16="http://schemas.microsoft.com/office/drawing/2014/main" id="{B51616F9-2BA4-44A4-9001-A39B8FC7055C}"/>
              </a:ext>
            </a:extLst>
          </p:cNvPr>
          <p:cNvSpPr>
            <a:spLocks noGrp="1"/>
          </p:cNvSpPr>
          <p:nvPr/>
        </p:nvSpPr>
        <p:spPr>
          <a:xfrm>
            <a:off x="9906000" y="4619625"/>
            <a:ext cx="1571625" cy="428625"/>
          </a:xfrm>
          <a:prstGeom prst="rect">
            <a:avLst/>
          </a:prstGeom>
          <a:noFill/>
          <a:ln w="0">
            <a:noFill/>
            <a:prstDash val="solid"/>
          </a:ln>
        </p:spPr>
        <p:txBody>
          <a:bodyPr/>
          <a:lstStyle>
            <a:defPPr>
              <a:defRPr sz="2175" b="1">
                <a:solidFill>
                  <a:srgbClr val="2E7D32"/>
                </a:solidFill>
                <a:latin typeface="Sansation"/>
                <a:ea typeface="Sansation"/>
                <a:cs typeface="Sansation"/>
              </a:defRPr>
            </a:defPPr>
            <a:lvl1pPr>
              <a:defRPr sz="2175" b="1">
                <a:solidFill>
                  <a:srgbClr val="2E7D32"/>
                </a:solidFill>
                <a:latin typeface="Sansation"/>
                <a:ea typeface="Sansation"/>
                <a:cs typeface="Sansation"/>
              </a:defRPr>
            </a:lvl1pPr>
            <a:lvl2pPr>
              <a:defRPr sz="2175" b="1">
                <a:solidFill>
                  <a:srgbClr val="2E7D32"/>
                </a:solidFill>
                <a:latin typeface="Sansation"/>
                <a:ea typeface="Sansation"/>
                <a:cs typeface="Sansation"/>
              </a:defRPr>
            </a:lvl2pPr>
            <a:lvl3pPr>
              <a:defRPr sz="2175" b="1">
                <a:solidFill>
                  <a:srgbClr val="2E7D32"/>
                </a:solidFill>
                <a:latin typeface="Sansation"/>
                <a:ea typeface="Sansation"/>
                <a:cs typeface="Sansation"/>
              </a:defRPr>
            </a:lvl3pPr>
            <a:lvl4pPr>
              <a:defRPr sz="2175" b="1">
                <a:solidFill>
                  <a:srgbClr val="2E7D32"/>
                </a:solidFill>
                <a:latin typeface="Sansation"/>
                <a:ea typeface="Sansation"/>
                <a:cs typeface="Sansation"/>
              </a:defRPr>
            </a:lvl4pPr>
            <a:lvl5pPr>
              <a:defRPr sz="2175" b="1">
                <a:solidFill>
                  <a:srgbClr val="2E7D32"/>
                </a:solidFill>
                <a:latin typeface="Sansation"/>
                <a:ea typeface="Sansation"/>
                <a:cs typeface="Sansation"/>
              </a:defRPr>
            </a:lvl5pPr>
            <a:lvl6pPr>
              <a:defRPr sz="2175" b="1">
                <a:solidFill>
                  <a:srgbClr val="2E7D32"/>
                </a:solidFill>
                <a:latin typeface="Sansation"/>
                <a:ea typeface="Sansation"/>
                <a:cs typeface="Sansation"/>
              </a:defRPr>
            </a:lvl6pPr>
            <a:lvl7pPr>
              <a:defRPr sz="2175" b="1">
                <a:solidFill>
                  <a:srgbClr val="2E7D32"/>
                </a:solidFill>
                <a:latin typeface="Sansation"/>
                <a:ea typeface="Sansation"/>
                <a:cs typeface="Sansation"/>
              </a:defRPr>
            </a:lvl7pPr>
            <a:lvl8pPr>
              <a:defRPr sz="2175" b="1">
                <a:solidFill>
                  <a:srgbClr val="2E7D32"/>
                </a:solidFill>
                <a:latin typeface="Sansation"/>
                <a:ea typeface="Sansation"/>
                <a:cs typeface="Sansation"/>
              </a:defRPr>
            </a:lvl8pPr>
            <a:lvl9pPr>
              <a:defRPr sz="2175" b="1">
                <a:solidFill>
                  <a:srgbClr val="2E7D32"/>
                </a:solidFill>
                <a:latin typeface="Sansation"/>
                <a:ea typeface="Sansation"/>
                <a:cs typeface="Sansation"/>
              </a:defRPr>
            </a:lvl9pPr>
          </a:lstStyle>
          <a:p>
            <a:pPr>
              <a:defRPr sz="2175" b="1">
                <a:solidFill>
                  <a:srgbClr val="2E7D32"/>
                </a:solidFill>
                <a:latin typeface="Sansation"/>
                <a:ea typeface="Sansation"/>
                <a:cs typeface="Sansation"/>
              </a:defRPr>
            </a:pPr>
            <a:r>
              <a:rPr sz="2175" b="1">
                <a:solidFill>
                  <a:srgbClr val="2E7D32"/>
                </a:solidFill>
                <a:latin typeface="Sansation"/>
                <a:ea typeface="Sansation"/>
                <a:cs typeface="Sansation"/>
              </a:rPr>
              <a:t>Accept</a:t>
            </a:r>
          </a:p>
        </p:txBody>
      </p:sp>
      <p:sp>
        <p:nvSpPr>
          <p:cNvPr id="16" name="Rectangle 15">
            <a:extLst>
              <a:ext uri="{FF2B5EF4-FFF2-40B4-BE49-F238E27FC236}">
                <a16:creationId xmlns:a16="http://schemas.microsoft.com/office/drawing/2014/main" id="{99EAEF75-868D-435B-A960-E59163CF86B8}"/>
              </a:ext>
            </a:extLst>
          </p:cNvPr>
          <p:cNvSpPr>
            <a:spLocks noGrp="1"/>
          </p:cNvSpPr>
          <p:nvPr/>
        </p:nvSpPr>
        <p:spPr>
          <a:xfrm>
            <a:off x="838200" y="5524500"/>
            <a:ext cx="10515600" cy="400050"/>
          </a:xfrm>
          <a:prstGeom prst="rect">
            <a:avLst/>
          </a:prstGeom>
          <a:noFill/>
          <a:ln w="0">
            <a:noFill/>
            <a:prstDash val="solid"/>
          </a:ln>
        </p:spPr>
        <p:txBody>
          <a:bodyPr/>
          <a:lstStyle>
            <a:defPPr>
              <a:defRPr sz="1875" b="0">
                <a:solidFill>
                  <a:srgbClr val="323633"/>
                </a:solidFill>
                <a:latin typeface="Sansation"/>
                <a:ea typeface="Sansation"/>
                <a:cs typeface="Sansation"/>
              </a:defRPr>
            </a:defPPr>
            <a:lvl1pPr>
              <a:defRPr sz="1875" b="0">
                <a:solidFill>
                  <a:srgbClr val="323633"/>
                </a:solidFill>
                <a:latin typeface="Sansation"/>
                <a:ea typeface="Sansation"/>
                <a:cs typeface="Sansation"/>
              </a:defRPr>
            </a:lvl1pPr>
            <a:lvl2pPr>
              <a:defRPr sz="1875" b="0">
                <a:solidFill>
                  <a:srgbClr val="323633"/>
                </a:solidFill>
                <a:latin typeface="Sansation"/>
                <a:ea typeface="Sansation"/>
                <a:cs typeface="Sansation"/>
              </a:defRPr>
            </a:lvl2pPr>
            <a:lvl3pPr>
              <a:defRPr sz="1875" b="0">
                <a:solidFill>
                  <a:srgbClr val="323633"/>
                </a:solidFill>
                <a:latin typeface="Sansation"/>
                <a:ea typeface="Sansation"/>
                <a:cs typeface="Sansation"/>
              </a:defRPr>
            </a:lvl3pPr>
            <a:lvl4pPr>
              <a:defRPr sz="1875" b="0">
                <a:solidFill>
                  <a:srgbClr val="323633"/>
                </a:solidFill>
                <a:latin typeface="Sansation"/>
                <a:ea typeface="Sansation"/>
                <a:cs typeface="Sansation"/>
              </a:defRPr>
            </a:lvl4pPr>
            <a:lvl5pPr>
              <a:defRPr sz="1875" b="0">
                <a:solidFill>
                  <a:srgbClr val="323633"/>
                </a:solidFill>
                <a:latin typeface="Sansation"/>
                <a:ea typeface="Sansation"/>
                <a:cs typeface="Sansation"/>
              </a:defRPr>
            </a:lvl5pPr>
            <a:lvl6pPr>
              <a:defRPr sz="1875" b="0">
                <a:solidFill>
                  <a:srgbClr val="323633"/>
                </a:solidFill>
                <a:latin typeface="Sansation"/>
                <a:ea typeface="Sansation"/>
                <a:cs typeface="Sansation"/>
              </a:defRPr>
            </a:lvl6pPr>
            <a:lvl7pPr>
              <a:defRPr sz="1875" b="0">
                <a:solidFill>
                  <a:srgbClr val="323633"/>
                </a:solidFill>
                <a:latin typeface="Sansation"/>
                <a:ea typeface="Sansation"/>
                <a:cs typeface="Sansation"/>
              </a:defRPr>
            </a:lvl7pPr>
            <a:lvl8pPr>
              <a:defRPr sz="1875" b="0">
                <a:solidFill>
                  <a:srgbClr val="323633"/>
                </a:solidFill>
                <a:latin typeface="Sansation"/>
                <a:ea typeface="Sansation"/>
                <a:cs typeface="Sansation"/>
              </a:defRPr>
            </a:lvl8pPr>
            <a:lvl9pPr>
              <a:defRPr sz="1875" b="0">
                <a:solidFill>
                  <a:srgbClr val="323633"/>
                </a:solidFill>
                <a:latin typeface="Sansation"/>
                <a:ea typeface="Sansation"/>
                <a:cs typeface="Sansation"/>
              </a:defRPr>
            </a:lvl9pPr>
          </a:lstStyle>
          <a:p>
            <a:pPr>
              <a:defRPr sz="1875" b="0">
                <a:solidFill>
                  <a:srgbClr val="323633"/>
                </a:solidFill>
                <a:latin typeface="Sansation"/>
                <a:ea typeface="Sansation"/>
                <a:cs typeface="Sansation"/>
              </a:defRPr>
            </a:pPr>
            <a:r>
              <a:rPr sz="1875" b="0" dirty="0">
                <a:solidFill>
                  <a:srgbClr val="323633"/>
                </a:solidFill>
                <a:latin typeface="Sansation"/>
                <a:ea typeface="Sansation"/>
                <a:cs typeface="Sansation"/>
              </a:rPr>
              <a:t>Thresholds depend on the use case and preference.</a:t>
            </a:r>
          </a:p>
        </p:txBody>
      </p:sp>
    </p:spTree>
    <p:extLst>
      <p:ext uri="{BB962C8B-B14F-4D97-AF65-F5344CB8AC3E}">
        <p14:creationId xmlns:p14="http://schemas.microsoft.com/office/powerpoint/2010/main" val="1668376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860EE7-33C6-3528-7071-D098B23E88C0}"/>
              </a:ext>
            </a:extLst>
          </p:cNvPr>
          <p:cNvSpPr>
            <a:spLocks noGrp="1"/>
          </p:cNvSpPr>
          <p:nvPr>
            <p:ph type="dt" idx="12"/>
          </p:nvPr>
        </p:nvSpPr>
        <p:spPr/>
        <p:txBody>
          <a:bodyPr/>
          <a:lstStyle/>
          <a:p>
            <a:fld id="{78E98ADC-5C57-47D4-B4A6-0B68D632ACBF}" type="datetime1">
              <a:rPr/>
              <a:t>23-10-2026</a:t>
            </a:fld>
            <a:endParaRPr/>
          </a:p>
        </p:txBody>
      </p:sp>
      <p:sp>
        <p:nvSpPr>
          <p:cNvPr id="3" name="Rectangle 2">
            <a:extLst>
              <a:ext uri="{FF2B5EF4-FFF2-40B4-BE49-F238E27FC236}">
                <a16:creationId xmlns:a16="http://schemas.microsoft.com/office/drawing/2014/main" id="{33B5BA15-6C01-4184-A90B-89AF5B40B4FF}"/>
              </a:ext>
            </a:extLst>
          </p:cNvPr>
          <p:cNvSpPr>
            <a:spLocks noGrp="1"/>
          </p:cNvSpPr>
          <p:nvPr/>
        </p:nvSpPr>
        <p:spPr>
          <a:xfrm>
            <a:off x="838200" y="619125"/>
            <a:ext cx="10515600" cy="952500"/>
          </a:xfrm>
          <a:prstGeom prst="rect">
            <a:avLst/>
          </a:prstGeom>
          <a:noFill/>
          <a:ln w="0">
            <a:noFill/>
            <a:prstDash val="solid"/>
          </a:ln>
        </p:spPr>
        <p:txBody>
          <a:bodyPr/>
          <a:lstStyle>
            <a:defPPr>
              <a:defRPr sz="4000" b="1">
                <a:solidFill>
                  <a:srgbClr val="323633"/>
                </a:solidFill>
                <a:latin typeface="Sansation"/>
                <a:ea typeface="Sansation"/>
                <a:cs typeface="Sansation"/>
              </a:defRPr>
            </a:defPPr>
            <a:lvl1pPr>
              <a:defRPr sz="4000" b="1">
                <a:solidFill>
                  <a:srgbClr val="323633"/>
                </a:solidFill>
                <a:latin typeface="Sansation"/>
                <a:ea typeface="Sansation"/>
                <a:cs typeface="Sansation"/>
              </a:defRPr>
            </a:lvl1pPr>
            <a:lvl2pPr>
              <a:defRPr sz="4000" b="1">
                <a:solidFill>
                  <a:srgbClr val="323633"/>
                </a:solidFill>
                <a:latin typeface="Sansation"/>
                <a:ea typeface="Sansation"/>
                <a:cs typeface="Sansation"/>
              </a:defRPr>
            </a:lvl2pPr>
            <a:lvl3pPr>
              <a:defRPr sz="4000" b="1">
                <a:solidFill>
                  <a:srgbClr val="323633"/>
                </a:solidFill>
                <a:latin typeface="Sansation"/>
                <a:ea typeface="Sansation"/>
                <a:cs typeface="Sansation"/>
              </a:defRPr>
            </a:lvl3pPr>
            <a:lvl4pPr>
              <a:defRPr sz="4000" b="1">
                <a:solidFill>
                  <a:srgbClr val="323633"/>
                </a:solidFill>
                <a:latin typeface="Sansation"/>
                <a:ea typeface="Sansation"/>
                <a:cs typeface="Sansation"/>
              </a:defRPr>
            </a:lvl4pPr>
            <a:lvl5pPr>
              <a:defRPr sz="4000" b="1">
                <a:solidFill>
                  <a:srgbClr val="323633"/>
                </a:solidFill>
                <a:latin typeface="Sansation"/>
                <a:ea typeface="Sansation"/>
                <a:cs typeface="Sansation"/>
              </a:defRPr>
            </a:lvl5pPr>
            <a:lvl6pPr>
              <a:defRPr sz="4000" b="1">
                <a:solidFill>
                  <a:srgbClr val="323633"/>
                </a:solidFill>
                <a:latin typeface="Sansation"/>
                <a:ea typeface="Sansation"/>
                <a:cs typeface="Sansation"/>
              </a:defRPr>
            </a:lvl6pPr>
            <a:lvl7pPr>
              <a:defRPr sz="4000" b="1">
                <a:solidFill>
                  <a:srgbClr val="323633"/>
                </a:solidFill>
                <a:latin typeface="Sansation"/>
                <a:ea typeface="Sansation"/>
                <a:cs typeface="Sansation"/>
              </a:defRPr>
            </a:lvl7pPr>
            <a:lvl8pPr>
              <a:defRPr sz="4000" b="1">
                <a:solidFill>
                  <a:srgbClr val="323633"/>
                </a:solidFill>
                <a:latin typeface="Sansation"/>
                <a:ea typeface="Sansation"/>
                <a:cs typeface="Sansation"/>
              </a:defRPr>
            </a:lvl8pPr>
            <a:lvl9pPr>
              <a:defRPr sz="4000" b="1">
                <a:solidFill>
                  <a:srgbClr val="323633"/>
                </a:solidFill>
                <a:latin typeface="Sansation"/>
                <a:ea typeface="Sansation"/>
                <a:cs typeface="Sansation"/>
              </a:defRPr>
            </a:lvl9pPr>
          </a:lstStyle>
          <a:p>
            <a:pPr>
              <a:defRPr sz="4000" b="1">
                <a:solidFill>
                  <a:srgbClr val="323633"/>
                </a:solidFill>
                <a:latin typeface="Sansation"/>
                <a:ea typeface="Sansation"/>
                <a:cs typeface="Sansation"/>
              </a:defRPr>
            </a:pPr>
            <a:r>
              <a:rPr sz="4000" b="1">
                <a:solidFill>
                  <a:srgbClr val="323633"/>
                </a:solidFill>
                <a:latin typeface="Sansation"/>
                <a:ea typeface="Sansation"/>
                <a:cs typeface="Sansation"/>
              </a:rPr>
              <a:t>What to watch in the demos</a:t>
            </a:r>
          </a:p>
        </p:txBody>
      </p:sp>
      <p:sp>
        <p:nvSpPr>
          <p:cNvPr id="4" name="Rectangle 3">
            <a:extLst>
              <a:ext uri="{FF2B5EF4-FFF2-40B4-BE49-F238E27FC236}">
                <a16:creationId xmlns:a16="http://schemas.microsoft.com/office/drawing/2014/main" id="{BFC61334-FAAF-4232-9F19-85CB5A9FAFEC}"/>
              </a:ext>
            </a:extLst>
          </p:cNvPr>
          <p:cNvSpPr>
            <a:spLocks noGrp="1"/>
          </p:cNvSpPr>
          <p:nvPr/>
        </p:nvSpPr>
        <p:spPr>
          <a:xfrm>
            <a:off x="838200" y="1962150"/>
            <a:ext cx="714375" cy="476250"/>
          </a:xfrm>
          <a:prstGeom prst="rect">
            <a:avLst/>
          </a:prstGeom>
          <a:noFill/>
          <a:ln w="0">
            <a:noFill/>
            <a:prstDash val="solid"/>
          </a:ln>
        </p:spPr>
        <p:txBody>
          <a:bodyPr/>
          <a:lstStyle>
            <a:defPPr>
              <a:defRPr sz="2100" b="0">
                <a:solidFill>
                  <a:srgbClr val="096508"/>
                </a:solidFill>
                <a:latin typeface="Sansation"/>
                <a:ea typeface="Sansation"/>
                <a:cs typeface="Sansation"/>
              </a:defRPr>
            </a:defPPr>
            <a:lvl1pPr>
              <a:defRPr sz="2100" b="0">
                <a:solidFill>
                  <a:srgbClr val="096508"/>
                </a:solidFill>
                <a:latin typeface="Sansation"/>
                <a:ea typeface="Sansation"/>
                <a:cs typeface="Sansation"/>
              </a:defRPr>
            </a:lvl1pPr>
            <a:lvl2pPr>
              <a:defRPr sz="2100" b="0">
                <a:solidFill>
                  <a:srgbClr val="096508"/>
                </a:solidFill>
                <a:latin typeface="Sansation"/>
                <a:ea typeface="Sansation"/>
                <a:cs typeface="Sansation"/>
              </a:defRPr>
            </a:lvl2pPr>
            <a:lvl3pPr>
              <a:defRPr sz="2100" b="0">
                <a:solidFill>
                  <a:srgbClr val="096508"/>
                </a:solidFill>
                <a:latin typeface="Sansation"/>
                <a:ea typeface="Sansation"/>
                <a:cs typeface="Sansation"/>
              </a:defRPr>
            </a:lvl3pPr>
            <a:lvl4pPr>
              <a:defRPr sz="2100" b="0">
                <a:solidFill>
                  <a:srgbClr val="096508"/>
                </a:solidFill>
                <a:latin typeface="Sansation"/>
                <a:ea typeface="Sansation"/>
                <a:cs typeface="Sansation"/>
              </a:defRPr>
            </a:lvl4pPr>
            <a:lvl5pPr>
              <a:defRPr sz="2100" b="0">
                <a:solidFill>
                  <a:srgbClr val="096508"/>
                </a:solidFill>
                <a:latin typeface="Sansation"/>
                <a:ea typeface="Sansation"/>
                <a:cs typeface="Sansation"/>
              </a:defRPr>
            </a:lvl5pPr>
            <a:lvl6pPr>
              <a:defRPr sz="2100" b="0">
                <a:solidFill>
                  <a:srgbClr val="096508"/>
                </a:solidFill>
                <a:latin typeface="Sansation"/>
                <a:ea typeface="Sansation"/>
                <a:cs typeface="Sansation"/>
              </a:defRPr>
            </a:lvl6pPr>
            <a:lvl7pPr>
              <a:defRPr sz="2100" b="0">
                <a:solidFill>
                  <a:srgbClr val="096508"/>
                </a:solidFill>
                <a:latin typeface="Sansation"/>
                <a:ea typeface="Sansation"/>
                <a:cs typeface="Sansation"/>
              </a:defRPr>
            </a:lvl7pPr>
            <a:lvl8pPr>
              <a:defRPr sz="2100" b="0">
                <a:solidFill>
                  <a:srgbClr val="096508"/>
                </a:solidFill>
                <a:latin typeface="Sansation"/>
                <a:ea typeface="Sansation"/>
                <a:cs typeface="Sansation"/>
              </a:defRPr>
            </a:lvl8pPr>
            <a:lvl9pPr>
              <a:defRPr sz="2100" b="0">
                <a:solidFill>
                  <a:srgbClr val="096508"/>
                </a:solidFill>
                <a:latin typeface="Sansation"/>
                <a:ea typeface="Sansation"/>
                <a:cs typeface="Sansation"/>
              </a:defRPr>
            </a:lvl9pPr>
          </a:lstStyle>
          <a:p>
            <a:pPr>
              <a:defRPr sz="2100" b="0">
                <a:solidFill>
                  <a:srgbClr val="096508"/>
                </a:solidFill>
                <a:latin typeface="Sansation"/>
                <a:ea typeface="Sansation"/>
                <a:cs typeface="Sansation"/>
              </a:defRPr>
            </a:pPr>
            <a:r>
              <a:rPr sz="2100" b="0">
                <a:solidFill>
                  <a:srgbClr val="096508"/>
                </a:solidFill>
                <a:latin typeface="Sansation"/>
                <a:ea typeface="Sansation"/>
                <a:cs typeface="Sansation"/>
              </a:rPr>
              <a:t>01</a:t>
            </a:r>
          </a:p>
        </p:txBody>
      </p:sp>
      <p:sp>
        <p:nvSpPr>
          <p:cNvPr id="5" name="Rectangle 4">
            <a:extLst>
              <a:ext uri="{FF2B5EF4-FFF2-40B4-BE49-F238E27FC236}">
                <a16:creationId xmlns:a16="http://schemas.microsoft.com/office/drawing/2014/main" id="{B99E8FF7-69FE-43BF-A4BA-8ECCE5A59B87}"/>
              </a:ext>
            </a:extLst>
          </p:cNvPr>
          <p:cNvSpPr>
            <a:spLocks noGrp="1"/>
          </p:cNvSpPr>
          <p:nvPr/>
        </p:nvSpPr>
        <p:spPr>
          <a:xfrm>
            <a:off x="1619250" y="1962150"/>
            <a:ext cx="2095500" cy="476250"/>
          </a:xfrm>
          <a:prstGeom prst="rect">
            <a:avLst/>
          </a:prstGeom>
          <a:noFill/>
          <a:ln w="0">
            <a:noFill/>
            <a:prstDash val="solid"/>
          </a:ln>
        </p:spPr>
        <p:txBody>
          <a:bodyPr/>
          <a:lstStyle>
            <a:defPPr>
              <a:defRPr sz="2325" b="1">
                <a:solidFill>
                  <a:srgbClr val="323633"/>
                </a:solidFill>
                <a:latin typeface="Sansation"/>
                <a:ea typeface="Sansation"/>
                <a:cs typeface="Sansation"/>
              </a:defRPr>
            </a:defPPr>
            <a:lvl1pPr>
              <a:defRPr sz="2325" b="1">
                <a:solidFill>
                  <a:srgbClr val="323633"/>
                </a:solidFill>
                <a:latin typeface="Sansation"/>
                <a:ea typeface="Sansation"/>
                <a:cs typeface="Sansation"/>
              </a:defRPr>
            </a:lvl1pPr>
            <a:lvl2pPr>
              <a:defRPr sz="2325" b="1">
                <a:solidFill>
                  <a:srgbClr val="323633"/>
                </a:solidFill>
                <a:latin typeface="Sansation"/>
                <a:ea typeface="Sansation"/>
                <a:cs typeface="Sansation"/>
              </a:defRPr>
            </a:lvl2pPr>
            <a:lvl3pPr>
              <a:defRPr sz="2325" b="1">
                <a:solidFill>
                  <a:srgbClr val="323633"/>
                </a:solidFill>
                <a:latin typeface="Sansation"/>
                <a:ea typeface="Sansation"/>
                <a:cs typeface="Sansation"/>
              </a:defRPr>
            </a:lvl3pPr>
            <a:lvl4pPr>
              <a:defRPr sz="2325" b="1">
                <a:solidFill>
                  <a:srgbClr val="323633"/>
                </a:solidFill>
                <a:latin typeface="Sansation"/>
                <a:ea typeface="Sansation"/>
                <a:cs typeface="Sansation"/>
              </a:defRPr>
            </a:lvl4pPr>
            <a:lvl5pPr>
              <a:defRPr sz="2325" b="1">
                <a:solidFill>
                  <a:srgbClr val="323633"/>
                </a:solidFill>
                <a:latin typeface="Sansation"/>
                <a:ea typeface="Sansation"/>
                <a:cs typeface="Sansation"/>
              </a:defRPr>
            </a:lvl5pPr>
            <a:lvl6pPr>
              <a:defRPr sz="2325" b="1">
                <a:solidFill>
                  <a:srgbClr val="323633"/>
                </a:solidFill>
                <a:latin typeface="Sansation"/>
                <a:ea typeface="Sansation"/>
                <a:cs typeface="Sansation"/>
              </a:defRPr>
            </a:lvl6pPr>
            <a:lvl7pPr>
              <a:defRPr sz="2325" b="1">
                <a:solidFill>
                  <a:srgbClr val="323633"/>
                </a:solidFill>
                <a:latin typeface="Sansation"/>
                <a:ea typeface="Sansation"/>
                <a:cs typeface="Sansation"/>
              </a:defRPr>
            </a:lvl7pPr>
            <a:lvl8pPr>
              <a:defRPr sz="2325" b="1">
                <a:solidFill>
                  <a:srgbClr val="323633"/>
                </a:solidFill>
                <a:latin typeface="Sansation"/>
                <a:ea typeface="Sansation"/>
                <a:cs typeface="Sansation"/>
              </a:defRPr>
            </a:lvl8pPr>
            <a:lvl9pPr>
              <a:defRPr sz="2325" b="1">
                <a:solidFill>
                  <a:srgbClr val="323633"/>
                </a:solidFill>
                <a:latin typeface="Sansation"/>
                <a:ea typeface="Sansation"/>
                <a:cs typeface="Sansation"/>
              </a:defRPr>
            </a:lvl9pPr>
          </a:lstStyle>
          <a:p>
            <a:pPr>
              <a:defRPr sz="2325" b="1">
                <a:solidFill>
                  <a:srgbClr val="323633"/>
                </a:solidFill>
                <a:latin typeface="Sansation"/>
                <a:ea typeface="Sansation"/>
                <a:cs typeface="Sansation"/>
              </a:defRPr>
            </a:pPr>
            <a:r>
              <a:rPr sz="2325" b="1">
                <a:solidFill>
                  <a:srgbClr val="323633"/>
                </a:solidFill>
                <a:latin typeface="Sansation"/>
                <a:ea typeface="Sansation"/>
                <a:cs typeface="Sansation"/>
              </a:rPr>
              <a:t>Context</a:t>
            </a:r>
          </a:p>
        </p:txBody>
      </p:sp>
      <p:sp>
        <p:nvSpPr>
          <p:cNvPr id="6" name="Rectangle 5">
            <a:extLst>
              <a:ext uri="{FF2B5EF4-FFF2-40B4-BE49-F238E27FC236}">
                <a16:creationId xmlns:a16="http://schemas.microsoft.com/office/drawing/2014/main" id="{5F02B32A-D8F4-46B3-A965-721AC129D43F}"/>
              </a:ext>
            </a:extLst>
          </p:cNvPr>
          <p:cNvSpPr>
            <a:spLocks noGrp="1"/>
          </p:cNvSpPr>
          <p:nvPr/>
        </p:nvSpPr>
        <p:spPr>
          <a:xfrm>
            <a:off x="3905250" y="1962150"/>
            <a:ext cx="7524750" cy="685800"/>
          </a:xfrm>
          <a:prstGeom prst="rect">
            <a:avLst/>
          </a:prstGeom>
          <a:noFill/>
          <a:ln w="0">
            <a:noFill/>
            <a:prstDash val="solid"/>
          </a:ln>
        </p:spPr>
        <p:txBody>
          <a:bodyPr/>
          <a:lstStyle>
            <a:defPPr>
              <a:defRPr sz="2100" b="0">
                <a:solidFill>
                  <a:srgbClr val="323633"/>
                </a:solidFill>
                <a:latin typeface="Sansation"/>
                <a:ea typeface="Sansation"/>
                <a:cs typeface="Sansation"/>
              </a:defRPr>
            </a:defPPr>
            <a:lvl1pPr>
              <a:defRPr sz="2100" b="0">
                <a:solidFill>
                  <a:srgbClr val="323633"/>
                </a:solidFill>
                <a:latin typeface="Sansation"/>
                <a:ea typeface="Sansation"/>
                <a:cs typeface="Sansation"/>
              </a:defRPr>
            </a:lvl1pPr>
            <a:lvl2pPr>
              <a:defRPr sz="2100" b="0">
                <a:solidFill>
                  <a:srgbClr val="323633"/>
                </a:solidFill>
                <a:latin typeface="Sansation"/>
                <a:ea typeface="Sansation"/>
                <a:cs typeface="Sansation"/>
              </a:defRPr>
            </a:lvl2pPr>
            <a:lvl3pPr>
              <a:defRPr sz="2100" b="0">
                <a:solidFill>
                  <a:srgbClr val="323633"/>
                </a:solidFill>
                <a:latin typeface="Sansation"/>
                <a:ea typeface="Sansation"/>
                <a:cs typeface="Sansation"/>
              </a:defRPr>
            </a:lvl3pPr>
            <a:lvl4pPr>
              <a:defRPr sz="2100" b="0">
                <a:solidFill>
                  <a:srgbClr val="323633"/>
                </a:solidFill>
                <a:latin typeface="Sansation"/>
                <a:ea typeface="Sansation"/>
                <a:cs typeface="Sansation"/>
              </a:defRPr>
            </a:lvl4pPr>
            <a:lvl5pPr>
              <a:defRPr sz="2100" b="0">
                <a:solidFill>
                  <a:srgbClr val="323633"/>
                </a:solidFill>
                <a:latin typeface="Sansation"/>
                <a:ea typeface="Sansation"/>
                <a:cs typeface="Sansation"/>
              </a:defRPr>
            </a:lvl5pPr>
            <a:lvl6pPr>
              <a:defRPr sz="2100" b="0">
                <a:solidFill>
                  <a:srgbClr val="323633"/>
                </a:solidFill>
                <a:latin typeface="Sansation"/>
                <a:ea typeface="Sansation"/>
                <a:cs typeface="Sansation"/>
              </a:defRPr>
            </a:lvl6pPr>
            <a:lvl7pPr>
              <a:defRPr sz="2100" b="0">
                <a:solidFill>
                  <a:srgbClr val="323633"/>
                </a:solidFill>
                <a:latin typeface="Sansation"/>
                <a:ea typeface="Sansation"/>
                <a:cs typeface="Sansation"/>
              </a:defRPr>
            </a:lvl7pPr>
            <a:lvl8pPr>
              <a:defRPr sz="2100" b="0">
                <a:solidFill>
                  <a:srgbClr val="323633"/>
                </a:solidFill>
                <a:latin typeface="Sansation"/>
                <a:ea typeface="Sansation"/>
                <a:cs typeface="Sansation"/>
              </a:defRPr>
            </a:lvl8pPr>
            <a:lvl9pPr>
              <a:defRPr sz="2100" b="0">
                <a:solidFill>
                  <a:srgbClr val="323633"/>
                </a:solidFill>
                <a:latin typeface="Sansation"/>
                <a:ea typeface="Sansation"/>
                <a:cs typeface="Sansation"/>
              </a:defRPr>
            </a:lvl9pPr>
          </a:lstStyle>
          <a:p>
            <a:pPr>
              <a:defRPr sz="2100" b="0">
                <a:solidFill>
                  <a:srgbClr val="323633"/>
                </a:solidFill>
                <a:latin typeface="Sansation"/>
                <a:ea typeface="Sansation"/>
                <a:cs typeface="Sansation"/>
              </a:defRPr>
            </a:pPr>
            <a:r>
              <a:rPr sz="2100" b="0">
                <a:solidFill>
                  <a:srgbClr val="323633"/>
                </a:solidFill>
                <a:latin typeface="Sansation"/>
                <a:ea typeface="Sansation"/>
                <a:cs typeface="Sansation"/>
              </a:rPr>
              <a:t>What information does Jev receive?</a:t>
            </a:r>
          </a:p>
        </p:txBody>
      </p:sp>
      <p:sp>
        <p:nvSpPr>
          <p:cNvPr id="7" name="Rectangle 6">
            <a:extLst>
              <a:ext uri="{FF2B5EF4-FFF2-40B4-BE49-F238E27FC236}">
                <a16:creationId xmlns:a16="http://schemas.microsoft.com/office/drawing/2014/main" id="{11D5F186-59B1-4212-A32A-14CF390AEE0D}"/>
              </a:ext>
            </a:extLst>
          </p:cNvPr>
          <p:cNvSpPr>
            <a:spLocks noGrp="1"/>
          </p:cNvSpPr>
          <p:nvPr/>
        </p:nvSpPr>
        <p:spPr>
          <a:xfrm>
            <a:off x="838200" y="3028950"/>
            <a:ext cx="714375" cy="476250"/>
          </a:xfrm>
          <a:prstGeom prst="rect">
            <a:avLst/>
          </a:prstGeom>
          <a:noFill/>
          <a:ln w="0">
            <a:noFill/>
            <a:prstDash val="solid"/>
          </a:ln>
        </p:spPr>
        <p:txBody>
          <a:bodyPr/>
          <a:lstStyle>
            <a:defPPr>
              <a:defRPr sz="2100" b="0">
                <a:solidFill>
                  <a:srgbClr val="096508"/>
                </a:solidFill>
                <a:latin typeface="Sansation"/>
                <a:ea typeface="Sansation"/>
                <a:cs typeface="Sansation"/>
              </a:defRPr>
            </a:defPPr>
            <a:lvl1pPr>
              <a:defRPr sz="2100" b="0">
                <a:solidFill>
                  <a:srgbClr val="096508"/>
                </a:solidFill>
                <a:latin typeface="Sansation"/>
                <a:ea typeface="Sansation"/>
                <a:cs typeface="Sansation"/>
              </a:defRPr>
            </a:lvl1pPr>
            <a:lvl2pPr>
              <a:defRPr sz="2100" b="0">
                <a:solidFill>
                  <a:srgbClr val="096508"/>
                </a:solidFill>
                <a:latin typeface="Sansation"/>
                <a:ea typeface="Sansation"/>
                <a:cs typeface="Sansation"/>
              </a:defRPr>
            </a:lvl2pPr>
            <a:lvl3pPr>
              <a:defRPr sz="2100" b="0">
                <a:solidFill>
                  <a:srgbClr val="096508"/>
                </a:solidFill>
                <a:latin typeface="Sansation"/>
                <a:ea typeface="Sansation"/>
                <a:cs typeface="Sansation"/>
              </a:defRPr>
            </a:lvl3pPr>
            <a:lvl4pPr>
              <a:defRPr sz="2100" b="0">
                <a:solidFill>
                  <a:srgbClr val="096508"/>
                </a:solidFill>
                <a:latin typeface="Sansation"/>
                <a:ea typeface="Sansation"/>
                <a:cs typeface="Sansation"/>
              </a:defRPr>
            </a:lvl4pPr>
            <a:lvl5pPr>
              <a:defRPr sz="2100" b="0">
                <a:solidFill>
                  <a:srgbClr val="096508"/>
                </a:solidFill>
                <a:latin typeface="Sansation"/>
                <a:ea typeface="Sansation"/>
                <a:cs typeface="Sansation"/>
              </a:defRPr>
            </a:lvl5pPr>
            <a:lvl6pPr>
              <a:defRPr sz="2100" b="0">
                <a:solidFill>
                  <a:srgbClr val="096508"/>
                </a:solidFill>
                <a:latin typeface="Sansation"/>
                <a:ea typeface="Sansation"/>
                <a:cs typeface="Sansation"/>
              </a:defRPr>
            </a:lvl6pPr>
            <a:lvl7pPr>
              <a:defRPr sz="2100" b="0">
                <a:solidFill>
                  <a:srgbClr val="096508"/>
                </a:solidFill>
                <a:latin typeface="Sansation"/>
                <a:ea typeface="Sansation"/>
                <a:cs typeface="Sansation"/>
              </a:defRPr>
            </a:lvl7pPr>
            <a:lvl8pPr>
              <a:defRPr sz="2100" b="0">
                <a:solidFill>
                  <a:srgbClr val="096508"/>
                </a:solidFill>
                <a:latin typeface="Sansation"/>
                <a:ea typeface="Sansation"/>
                <a:cs typeface="Sansation"/>
              </a:defRPr>
            </a:lvl8pPr>
            <a:lvl9pPr>
              <a:defRPr sz="2100" b="0">
                <a:solidFill>
                  <a:srgbClr val="096508"/>
                </a:solidFill>
                <a:latin typeface="Sansation"/>
                <a:ea typeface="Sansation"/>
                <a:cs typeface="Sansation"/>
              </a:defRPr>
            </a:lvl9pPr>
          </a:lstStyle>
          <a:p>
            <a:pPr>
              <a:defRPr sz="2100" b="0">
                <a:solidFill>
                  <a:srgbClr val="096508"/>
                </a:solidFill>
                <a:latin typeface="Sansation"/>
                <a:ea typeface="Sansation"/>
                <a:cs typeface="Sansation"/>
              </a:defRPr>
            </a:pPr>
            <a:r>
              <a:rPr sz="2100" b="0">
                <a:solidFill>
                  <a:srgbClr val="096508"/>
                </a:solidFill>
                <a:latin typeface="Sansation"/>
                <a:ea typeface="Sansation"/>
                <a:cs typeface="Sansation"/>
              </a:rPr>
              <a:t>02</a:t>
            </a:r>
          </a:p>
        </p:txBody>
      </p:sp>
      <p:sp>
        <p:nvSpPr>
          <p:cNvPr id="8" name="Rectangle 7">
            <a:extLst>
              <a:ext uri="{FF2B5EF4-FFF2-40B4-BE49-F238E27FC236}">
                <a16:creationId xmlns:a16="http://schemas.microsoft.com/office/drawing/2014/main" id="{5F906DFB-7D78-415E-9717-7705573D5EDE}"/>
              </a:ext>
            </a:extLst>
          </p:cNvPr>
          <p:cNvSpPr>
            <a:spLocks noGrp="1"/>
          </p:cNvSpPr>
          <p:nvPr/>
        </p:nvSpPr>
        <p:spPr>
          <a:xfrm>
            <a:off x="1619250" y="3028950"/>
            <a:ext cx="2095500" cy="476250"/>
          </a:xfrm>
          <a:prstGeom prst="rect">
            <a:avLst/>
          </a:prstGeom>
          <a:noFill/>
          <a:ln w="0">
            <a:noFill/>
            <a:prstDash val="solid"/>
          </a:ln>
        </p:spPr>
        <p:txBody>
          <a:bodyPr/>
          <a:lstStyle>
            <a:defPPr>
              <a:defRPr sz="2325" b="1">
                <a:solidFill>
                  <a:srgbClr val="323633"/>
                </a:solidFill>
                <a:latin typeface="Sansation"/>
                <a:ea typeface="Sansation"/>
                <a:cs typeface="Sansation"/>
              </a:defRPr>
            </a:defPPr>
            <a:lvl1pPr>
              <a:defRPr sz="2325" b="1">
                <a:solidFill>
                  <a:srgbClr val="323633"/>
                </a:solidFill>
                <a:latin typeface="Sansation"/>
                <a:ea typeface="Sansation"/>
                <a:cs typeface="Sansation"/>
              </a:defRPr>
            </a:lvl1pPr>
            <a:lvl2pPr>
              <a:defRPr sz="2325" b="1">
                <a:solidFill>
                  <a:srgbClr val="323633"/>
                </a:solidFill>
                <a:latin typeface="Sansation"/>
                <a:ea typeface="Sansation"/>
                <a:cs typeface="Sansation"/>
              </a:defRPr>
            </a:lvl2pPr>
            <a:lvl3pPr>
              <a:defRPr sz="2325" b="1">
                <a:solidFill>
                  <a:srgbClr val="323633"/>
                </a:solidFill>
                <a:latin typeface="Sansation"/>
                <a:ea typeface="Sansation"/>
                <a:cs typeface="Sansation"/>
              </a:defRPr>
            </a:lvl3pPr>
            <a:lvl4pPr>
              <a:defRPr sz="2325" b="1">
                <a:solidFill>
                  <a:srgbClr val="323633"/>
                </a:solidFill>
                <a:latin typeface="Sansation"/>
                <a:ea typeface="Sansation"/>
                <a:cs typeface="Sansation"/>
              </a:defRPr>
            </a:lvl4pPr>
            <a:lvl5pPr>
              <a:defRPr sz="2325" b="1">
                <a:solidFill>
                  <a:srgbClr val="323633"/>
                </a:solidFill>
                <a:latin typeface="Sansation"/>
                <a:ea typeface="Sansation"/>
                <a:cs typeface="Sansation"/>
              </a:defRPr>
            </a:lvl5pPr>
            <a:lvl6pPr>
              <a:defRPr sz="2325" b="1">
                <a:solidFill>
                  <a:srgbClr val="323633"/>
                </a:solidFill>
                <a:latin typeface="Sansation"/>
                <a:ea typeface="Sansation"/>
                <a:cs typeface="Sansation"/>
              </a:defRPr>
            </a:lvl6pPr>
            <a:lvl7pPr>
              <a:defRPr sz="2325" b="1">
                <a:solidFill>
                  <a:srgbClr val="323633"/>
                </a:solidFill>
                <a:latin typeface="Sansation"/>
                <a:ea typeface="Sansation"/>
                <a:cs typeface="Sansation"/>
              </a:defRPr>
            </a:lvl7pPr>
            <a:lvl8pPr>
              <a:defRPr sz="2325" b="1">
                <a:solidFill>
                  <a:srgbClr val="323633"/>
                </a:solidFill>
                <a:latin typeface="Sansation"/>
                <a:ea typeface="Sansation"/>
                <a:cs typeface="Sansation"/>
              </a:defRPr>
            </a:lvl8pPr>
            <a:lvl9pPr>
              <a:defRPr sz="2325" b="1">
                <a:solidFill>
                  <a:srgbClr val="323633"/>
                </a:solidFill>
                <a:latin typeface="Sansation"/>
                <a:ea typeface="Sansation"/>
                <a:cs typeface="Sansation"/>
              </a:defRPr>
            </a:lvl9pPr>
          </a:lstStyle>
          <a:p>
            <a:pPr>
              <a:defRPr sz="2325" b="1">
                <a:solidFill>
                  <a:srgbClr val="323633"/>
                </a:solidFill>
                <a:latin typeface="Sansation"/>
                <a:ea typeface="Sansation"/>
                <a:cs typeface="Sansation"/>
              </a:defRPr>
            </a:pPr>
            <a:r>
              <a:rPr sz="2325" b="1">
                <a:solidFill>
                  <a:srgbClr val="323633"/>
                </a:solidFill>
                <a:latin typeface="Sansation"/>
                <a:ea typeface="Sansation"/>
                <a:cs typeface="Sansation"/>
              </a:rPr>
              <a:t>Decision</a:t>
            </a:r>
          </a:p>
        </p:txBody>
      </p:sp>
      <p:sp>
        <p:nvSpPr>
          <p:cNvPr id="9" name="Rectangle 8">
            <a:extLst>
              <a:ext uri="{FF2B5EF4-FFF2-40B4-BE49-F238E27FC236}">
                <a16:creationId xmlns:a16="http://schemas.microsoft.com/office/drawing/2014/main" id="{FDC05B7F-65F4-42C7-A19E-CFF2813F8332}"/>
              </a:ext>
            </a:extLst>
          </p:cNvPr>
          <p:cNvSpPr>
            <a:spLocks noGrp="1"/>
          </p:cNvSpPr>
          <p:nvPr/>
        </p:nvSpPr>
        <p:spPr>
          <a:xfrm>
            <a:off x="3905250" y="3028950"/>
            <a:ext cx="7524750" cy="685800"/>
          </a:xfrm>
          <a:prstGeom prst="rect">
            <a:avLst/>
          </a:prstGeom>
          <a:noFill/>
          <a:ln w="0">
            <a:noFill/>
            <a:prstDash val="solid"/>
          </a:ln>
        </p:spPr>
        <p:txBody>
          <a:bodyPr/>
          <a:lstStyle>
            <a:defPPr>
              <a:defRPr sz="2100" b="0">
                <a:solidFill>
                  <a:srgbClr val="323633"/>
                </a:solidFill>
                <a:latin typeface="Sansation"/>
                <a:ea typeface="Sansation"/>
                <a:cs typeface="Sansation"/>
              </a:defRPr>
            </a:defPPr>
            <a:lvl1pPr>
              <a:defRPr sz="2100" b="0">
                <a:solidFill>
                  <a:srgbClr val="323633"/>
                </a:solidFill>
                <a:latin typeface="Sansation"/>
                <a:ea typeface="Sansation"/>
                <a:cs typeface="Sansation"/>
              </a:defRPr>
            </a:lvl1pPr>
            <a:lvl2pPr>
              <a:defRPr sz="2100" b="0">
                <a:solidFill>
                  <a:srgbClr val="323633"/>
                </a:solidFill>
                <a:latin typeface="Sansation"/>
                <a:ea typeface="Sansation"/>
                <a:cs typeface="Sansation"/>
              </a:defRPr>
            </a:lvl2pPr>
            <a:lvl3pPr>
              <a:defRPr sz="2100" b="0">
                <a:solidFill>
                  <a:srgbClr val="323633"/>
                </a:solidFill>
                <a:latin typeface="Sansation"/>
                <a:ea typeface="Sansation"/>
                <a:cs typeface="Sansation"/>
              </a:defRPr>
            </a:lvl3pPr>
            <a:lvl4pPr>
              <a:defRPr sz="2100" b="0">
                <a:solidFill>
                  <a:srgbClr val="323633"/>
                </a:solidFill>
                <a:latin typeface="Sansation"/>
                <a:ea typeface="Sansation"/>
                <a:cs typeface="Sansation"/>
              </a:defRPr>
            </a:lvl4pPr>
            <a:lvl5pPr>
              <a:defRPr sz="2100" b="0">
                <a:solidFill>
                  <a:srgbClr val="323633"/>
                </a:solidFill>
                <a:latin typeface="Sansation"/>
                <a:ea typeface="Sansation"/>
                <a:cs typeface="Sansation"/>
              </a:defRPr>
            </a:lvl5pPr>
            <a:lvl6pPr>
              <a:defRPr sz="2100" b="0">
                <a:solidFill>
                  <a:srgbClr val="323633"/>
                </a:solidFill>
                <a:latin typeface="Sansation"/>
                <a:ea typeface="Sansation"/>
                <a:cs typeface="Sansation"/>
              </a:defRPr>
            </a:lvl6pPr>
            <a:lvl7pPr>
              <a:defRPr sz="2100" b="0">
                <a:solidFill>
                  <a:srgbClr val="323633"/>
                </a:solidFill>
                <a:latin typeface="Sansation"/>
                <a:ea typeface="Sansation"/>
                <a:cs typeface="Sansation"/>
              </a:defRPr>
            </a:lvl7pPr>
            <a:lvl8pPr>
              <a:defRPr sz="2100" b="0">
                <a:solidFill>
                  <a:srgbClr val="323633"/>
                </a:solidFill>
                <a:latin typeface="Sansation"/>
                <a:ea typeface="Sansation"/>
                <a:cs typeface="Sansation"/>
              </a:defRPr>
            </a:lvl8pPr>
            <a:lvl9pPr>
              <a:defRPr sz="2100" b="0">
                <a:solidFill>
                  <a:srgbClr val="323633"/>
                </a:solidFill>
                <a:latin typeface="Sansation"/>
                <a:ea typeface="Sansation"/>
                <a:cs typeface="Sansation"/>
              </a:defRPr>
            </a:lvl9pPr>
          </a:lstStyle>
          <a:p>
            <a:pPr>
              <a:defRPr sz="2100" b="0">
                <a:solidFill>
                  <a:srgbClr val="323633"/>
                </a:solidFill>
                <a:latin typeface="Sansation"/>
                <a:ea typeface="Sansation"/>
                <a:cs typeface="Sansation"/>
              </a:defRPr>
            </a:pPr>
            <a:r>
              <a:rPr sz="2100" b="0">
                <a:solidFill>
                  <a:srgbClr val="323633"/>
                </a:solidFill>
                <a:latin typeface="Sansation"/>
                <a:ea typeface="Sansation"/>
                <a:cs typeface="Sansation"/>
              </a:rPr>
              <a:t>How do the question and thresholds change the result?</a:t>
            </a:r>
          </a:p>
        </p:txBody>
      </p:sp>
      <p:sp>
        <p:nvSpPr>
          <p:cNvPr id="10" name="Rectangle 9">
            <a:extLst>
              <a:ext uri="{FF2B5EF4-FFF2-40B4-BE49-F238E27FC236}">
                <a16:creationId xmlns:a16="http://schemas.microsoft.com/office/drawing/2014/main" id="{EE94E1F6-126B-49DB-A3C3-C0805604F47B}"/>
              </a:ext>
            </a:extLst>
          </p:cNvPr>
          <p:cNvSpPr>
            <a:spLocks noGrp="1"/>
          </p:cNvSpPr>
          <p:nvPr/>
        </p:nvSpPr>
        <p:spPr>
          <a:xfrm>
            <a:off x="838200" y="4095750"/>
            <a:ext cx="714375" cy="476250"/>
          </a:xfrm>
          <a:prstGeom prst="rect">
            <a:avLst/>
          </a:prstGeom>
          <a:noFill/>
          <a:ln w="0">
            <a:noFill/>
            <a:prstDash val="solid"/>
          </a:ln>
        </p:spPr>
        <p:txBody>
          <a:bodyPr/>
          <a:lstStyle>
            <a:defPPr>
              <a:defRPr sz="2100" b="0">
                <a:solidFill>
                  <a:srgbClr val="096508"/>
                </a:solidFill>
                <a:latin typeface="Sansation"/>
                <a:ea typeface="Sansation"/>
                <a:cs typeface="Sansation"/>
              </a:defRPr>
            </a:defPPr>
            <a:lvl1pPr>
              <a:defRPr sz="2100" b="0">
                <a:solidFill>
                  <a:srgbClr val="096508"/>
                </a:solidFill>
                <a:latin typeface="Sansation"/>
                <a:ea typeface="Sansation"/>
                <a:cs typeface="Sansation"/>
              </a:defRPr>
            </a:lvl1pPr>
            <a:lvl2pPr>
              <a:defRPr sz="2100" b="0">
                <a:solidFill>
                  <a:srgbClr val="096508"/>
                </a:solidFill>
                <a:latin typeface="Sansation"/>
                <a:ea typeface="Sansation"/>
                <a:cs typeface="Sansation"/>
              </a:defRPr>
            </a:lvl2pPr>
            <a:lvl3pPr>
              <a:defRPr sz="2100" b="0">
                <a:solidFill>
                  <a:srgbClr val="096508"/>
                </a:solidFill>
                <a:latin typeface="Sansation"/>
                <a:ea typeface="Sansation"/>
                <a:cs typeface="Sansation"/>
              </a:defRPr>
            </a:lvl3pPr>
            <a:lvl4pPr>
              <a:defRPr sz="2100" b="0">
                <a:solidFill>
                  <a:srgbClr val="096508"/>
                </a:solidFill>
                <a:latin typeface="Sansation"/>
                <a:ea typeface="Sansation"/>
                <a:cs typeface="Sansation"/>
              </a:defRPr>
            </a:lvl4pPr>
            <a:lvl5pPr>
              <a:defRPr sz="2100" b="0">
                <a:solidFill>
                  <a:srgbClr val="096508"/>
                </a:solidFill>
                <a:latin typeface="Sansation"/>
                <a:ea typeface="Sansation"/>
                <a:cs typeface="Sansation"/>
              </a:defRPr>
            </a:lvl5pPr>
            <a:lvl6pPr>
              <a:defRPr sz="2100" b="0">
                <a:solidFill>
                  <a:srgbClr val="096508"/>
                </a:solidFill>
                <a:latin typeface="Sansation"/>
                <a:ea typeface="Sansation"/>
                <a:cs typeface="Sansation"/>
              </a:defRPr>
            </a:lvl6pPr>
            <a:lvl7pPr>
              <a:defRPr sz="2100" b="0">
                <a:solidFill>
                  <a:srgbClr val="096508"/>
                </a:solidFill>
                <a:latin typeface="Sansation"/>
                <a:ea typeface="Sansation"/>
                <a:cs typeface="Sansation"/>
              </a:defRPr>
            </a:lvl7pPr>
            <a:lvl8pPr>
              <a:defRPr sz="2100" b="0">
                <a:solidFill>
                  <a:srgbClr val="096508"/>
                </a:solidFill>
                <a:latin typeface="Sansation"/>
                <a:ea typeface="Sansation"/>
                <a:cs typeface="Sansation"/>
              </a:defRPr>
            </a:lvl8pPr>
            <a:lvl9pPr>
              <a:defRPr sz="2100" b="0">
                <a:solidFill>
                  <a:srgbClr val="096508"/>
                </a:solidFill>
                <a:latin typeface="Sansation"/>
                <a:ea typeface="Sansation"/>
                <a:cs typeface="Sansation"/>
              </a:defRPr>
            </a:lvl9pPr>
          </a:lstStyle>
          <a:p>
            <a:pPr>
              <a:defRPr sz="2100" b="0">
                <a:solidFill>
                  <a:srgbClr val="096508"/>
                </a:solidFill>
                <a:latin typeface="Sansation"/>
                <a:ea typeface="Sansation"/>
                <a:cs typeface="Sansation"/>
              </a:defRPr>
            </a:pPr>
            <a:r>
              <a:rPr sz="2100" b="0">
                <a:solidFill>
                  <a:srgbClr val="096508"/>
                </a:solidFill>
                <a:latin typeface="Sansation"/>
                <a:ea typeface="Sansation"/>
                <a:cs typeface="Sansation"/>
              </a:rPr>
              <a:t>03</a:t>
            </a:r>
          </a:p>
        </p:txBody>
      </p:sp>
      <p:sp>
        <p:nvSpPr>
          <p:cNvPr id="11" name="Rectangle 10">
            <a:extLst>
              <a:ext uri="{FF2B5EF4-FFF2-40B4-BE49-F238E27FC236}">
                <a16:creationId xmlns:a16="http://schemas.microsoft.com/office/drawing/2014/main" id="{EADEFD24-B6DB-402B-B503-BBFFF5EB76BB}"/>
              </a:ext>
            </a:extLst>
          </p:cNvPr>
          <p:cNvSpPr>
            <a:spLocks noGrp="1"/>
          </p:cNvSpPr>
          <p:nvPr/>
        </p:nvSpPr>
        <p:spPr>
          <a:xfrm>
            <a:off x="1619250" y="4095750"/>
            <a:ext cx="2095500" cy="476250"/>
          </a:xfrm>
          <a:prstGeom prst="rect">
            <a:avLst/>
          </a:prstGeom>
          <a:noFill/>
          <a:ln w="0">
            <a:noFill/>
            <a:prstDash val="solid"/>
          </a:ln>
        </p:spPr>
        <p:txBody>
          <a:bodyPr/>
          <a:lstStyle>
            <a:defPPr>
              <a:defRPr sz="2325" b="1">
                <a:solidFill>
                  <a:srgbClr val="323633"/>
                </a:solidFill>
                <a:latin typeface="Sansation"/>
                <a:ea typeface="Sansation"/>
                <a:cs typeface="Sansation"/>
              </a:defRPr>
            </a:defPPr>
            <a:lvl1pPr>
              <a:defRPr sz="2325" b="1">
                <a:solidFill>
                  <a:srgbClr val="323633"/>
                </a:solidFill>
                <a:latin typeface="Sansation"/>
                <a:ea typeface="Sansation"/>
                <a:cs typeface="Sansation"/>
              </a:defRPr>
            </a:lvl1pPr>
            <a:lvl2pPr>
              <a:defRPr sz="2325" b="1">
                <a:solidFill>
                  <a:srgbClr val="323633"/>
                </a:solidFill>
                <a:latin typeface="Sansation"/>
                <a:ea typeface="Sansation"/>
                <a:cs typeface="Sansation"/>
              </a:defRPr>
            </a:lvl2pPr>
            <a:lvl3pPr>
              <a:defRPr sz="2325" b="1">
                <a:solidFill>
                  <a:srgbClr val="323633"/>
                </a:solidFill>
                <a:latin typeface="Sansation"/>
                <a:ea typeface="Sansation"/>
                <a:cs typeface="Sansation"/>
              </a:defRPr>
            </a:lvl3pPr>
            <a:lvl4pPr>
              <a:defRPr sz="2325" b="1">
                <a:solidFill>
                  <a:srgbClr val="323633"/>
                </a:solidFill>
                <a:latin typeface="Sansation"/>
                <a:ea typeface="Sansation"/>
                <a:cs typeface="Sansation"/>
              </a:defRPr>
            </a:lvl4pPr>
            <a:lvl5pPr>
              <a:defRPr sz="2325" b="1">
                <a:solidFill>
                  <a:srgbClr val="323633"/>
                </a:solidFill>
                <a:latin typeface="Sansation"/>
                <a:ea typeface="Sansation"/>
                <a:cs typeface="Sansation"/>
              </a:defRPr>
            </a:lvl5pPr>
            <a:lvl6pPr>
              <a:defRPr sz="2325" b="1">
                <a:solidFill>
                  <a:srgbClr val="323633"/>
                </a:solidFill>
                <a:latin typeface="Sansation"/>
                <a:ea typeface="Sansation"/>
                <a:cs typeface="Sansation"/>
              </a:defRPr>
            </a:lvl6pPr>
            <a:lvl7pPr>
              <a:defRPr sz="2325" b="1">
                <a:solidFill>
                  <a:srgbClr val="323633"/>
                </a:solidFill>
                <a:latin typeface="Sansation"/>
                <a:ea typeface="Sansation"/>
                <a:cs typeface="Sansation"/>
              </a:defRPr>
            </a:lvl7pPr>
            <a:lvl8pPr>
              <a:defRPr sz="2325" b="1">
                <a:solidFill>
                  <a:srgbClr val="323633"/>
                </a:solidFill>
                <a:latin typeface="Sansation"/>
                <a:ea typeface="Sansation"/>
                <a:cs typeface="Sansation"/>
              </a:defRPr>
            </a:lvl8pPr>
            <a:lvl9pPr>
              <a:defRPr sz="2325" b="1">
                <a:solidFill>
                  <a:srgbClr val="323633"/>
                </a:solidFill>
                <a:latin typeface="Sansation"/>
                <a:ea typeface="Sansation"/>
                <a:cs typeface="Sansation"/>
              </a:defRPr>
            </a:lvl9pPr>
          </a:lstStyle>
          <a:p>
            <a:pPr>
              <a:defRPr sz="2325" b="1">
                <a:solidFill>
                  <a:srgbClr val="323633"/>
                </a:solidFill>
                <a:latin typeface="Sansation"/>
                <a:ea typeface="Sansation"/>
                <a:cs typeface="Sansation"/>
              </a:defRPr>
            </a:pPr>
            <a:r>
              <a:rPr sz="2325" b="1">
                <a:solidFill>
                  <a:srgbClr val="323633"/>
                </a:solidFill>
                <a:latin typeface="Sansation"/>
                <a:ea typeface="Sansation"/>
                <a:cs typeface="Sansation"/>
              </a:rPr>
              <a:t>Evidence</a:t>
            </a:r>
          </a:p>
        </p:txBody>
      </p:sp>
      <p:sp>
        <p:nvSpPr>
          <p:cNvPr id="12" name="Rectangle 11">
            <a:extLst>
              <a:ext uri="{FF2B5EF4-FFF2-40B4-BE49-F238E27FC236}">
                <a16:creationId xmlns:a16="http://schemas.microsoft.com/office/drawing/2014/main" id="{952818B1-D83A-4EBF-BBDB-409C11D40A0E}"/>
              </a:ext>
            </a:extLst>
          </p:cNvPr>
          <p:cNvSpPr>
            <a:spLocks noGrp="1"/>
          </p:cNvSpPr>
          <p:nvPr/>
        </p:nvSpPr>
        <p:spPr>
          <a:xfrm>
            <a:off x="3905250" y="4095750"/>
            <a:ext cx="7524750" cy="685800"/>
          </a:xfrm>
          <a:prstGeom prst="rect">
            <a:avLst/>
          </a:prstGeom>
          <a:noFill/>
          <a:ln w="0">
            <a:noFill/>
            <a:prstDash val="solid"/>
          </a:ln>
        </p:spPr>
        <p:txBody>
          <a:bodyPr/>
          <a:lstStyle>
            <a:defPPr>
              <a:defRPr sz="2100" b="0">
                <a:solidFill>
                  <a:srgbClr val="323633"/>
                </a:solidFill>
                <a:latin typeface="Sansation"/>
                <a:ea typeface="Sansation"/>
                <a:cs typeface="Sansation"/>
              </a:defRPr>
            </a:defPPr>
            <a:lvl1pPr>
              <a:defRPr sz="2100" b="0">
                <a:solidFill>
                  <a:srgbClr val="323633"/>
                </a:solidFill>
                <a:latin typeface="Sansation"/>
                <a:ea typeface="Sansation"/>
                <a:cs typeface="Sansation"/>
              </a:defRPr>
            </a:lvl1pPr>
            <a:lvl2pPr>
              <a:defRPr sz="2100" b="0">
                <a:solidFill>
                  <a:srgbClr val="323633"/>
                </a:solidFill>
                <a:latin typeface="Sansation"/>
                <a:ea typeface="Sansation"/>
                <a:cs typeface="Sansation"/>
              </a:defRPr>
            </a:lvl2pPr>
            <a:lvl3pPr>
              <a:defRPr sz="2100" b="0">
                <a:solidFill>
                  <a:srgbClr val="323633"/>
                </a:solidFill>
                <a:latin typeface="Sansation"/>
                <a:ea typeface="Sansation"/>
                <a:cs typeface="Sansation"/>
              </a:defRPr>
            </a:lvl3pPr>
            <a:lvl4pPr>
              <a:defRPr sz="2100" b="0">
                <a:solidFill>
                  <a:srgbClr val="323633"/>
                </a:solidFill>
                <a:latin typeface="Sansation"/>
                <a:ea typeface="Sansation"/>
                <a:cs typeface="Sansation"/>
              </a:defRPr>
            </a:lvl4pPr>
            <a:lvl5pPr>
              <a:defRPr sz="2100" b="0">
                <a:solidFill>
                  <a:srgbClr val="323633"/>
                </a:solidFill>
                <a:latin typeface="Sansation"/>
                <a:ea typeface="Sansation"/>
                <a:cs typeface="Sansation"/>
              </a:defRPr>
            </a:lvl5pPr>
            <a:lvl6pPr>
              <a:defRPr sz="2100" b="0">
                <a:solidFill>
                  <a:srgbClr val="323633"/>
                </a:solidFill>
                <a:latin typeface="Sansation"/>
                <a:ea typeface="Sansation"/>
                <a:cs typeface="Sansation"/>
              </a:defRPr>
            </a:lvl6pPr>
            <a:lvl7pPr>
              <a:defRPr sz="2100" b="0">
                <a:solidFill>
                  <a:srgbClr val="323633"/>
                </a:solidFill>
                <a:latin typeface="Sansation"/>
                <a:ea typeface="Sansation"/>
                <a:cs typeface="Sansation"/>
              </a:defRPr>
            </a:lvl7pPr>
            <a:lvl8pPr>
              <a:defRPr sz="2100" b="0">
                <a:solidFill>
                  <a:srgbClr val="323633"/>
                </a:solidFill>
                <a:latin typeface="Sansation"/>
                <a:ea typeface="Sansation"/>
                <a:cs typeface="Sansation"/>
              </a:defRPr>
            </a:lvl8pPr>
            <a:lvl9pPr>
              <a:defRPr sz="2100" b="0">
                <a:solidFill>
                  <a:srgbClr val="323633"/>
                </a:solidFill>
                <a:latin typeface="Sansation"/>
                <a:ea typeface="Sansation"/>
                <a:cs typeface="Sansation"/>
              </a:defRPr>
            </a:lvl9pPr>
          </a:lstStyle>
          <a:p>
            <a:pPr>
              <a:defRPr sz="2100" b="0">
                <a:solidFill>
                  <a:srgbClr val="323633"/>
                </a:solidFill>
                <a:latin typeface="Sansation"/>
                <a:ea typeface="Sansation"/>
                <a:cs typeface="Sansation"/>
              </a:defRPr>
            </a:pPr>
            <a:r>
              <a:rPr sz="2100" b="0">
                <a:solidFill>
                  <a:srgbClr val="323633"/>
                </a:solidFill>
                <a:latin typeface="Sansation"/>
                <a:ea typeface="Sansation"/>
                <a:cs typeface="Sansation"/>
              </a:rPr>
              <a:t>Where is it wrong, uncertain or worth automating?</a:t>
            </a:r>
          </a:p>
        </p:txBody>
      </p:sp>
      <p:sp>
        <p:nvSpPr>
          <p:cNvPr id="13" name="Rectangle 12">
            <a:extLst>
              <a:ext uri="{FF2B5EF4-FFF2-40B4-BE49-F238E27FC236}">
                <a16:creationId xmlns:a16="http://schemas.microsoft.com/office/drawing/2014/main" id="{30E818FE-9694-4249-8FDB-AE6C2E6236F8}"/>
              </a:ext>
            </a:extLst>
          </p:cNvPr>
          <p:cNvSpPr>
            <a:spLocks noGrp="1"/>
          </p:cNvSpPr>
          <p:nvPr/>
        </p:nvSpPr>
        <p:spPr>
          <a:xfrm>
            <a:off x="838200" y="5391150"/>
            <a:ext cx="9525000" cy="400050"/>
          </a:xfrm>
          <a:prstGeom prst="rect">
            <a:avLst/>
          </a:prstGeom>
          <a:noFill/>
          <a:ln w="0">
            <a:noFill/>
            <a:prstDash val="solid"/>
          </a:ln>
        </p:spPr>
        <p:txBody>
          <a:bodyPr/>
          <a:lstStyle>
            <a:defPPr>
              <a:defRPr sz="1875" b="0">
                <a:solidFill>
                  <a:srgbClr val="323633"/>
                </a:solidFill>
                <a:latin typeface="Sansation"/>
                <a:ea typeface="Sansation"/>
                <a:cs typeface="Sansation"/>
              </a:defRPr>
            </a:defPPr>
            <a:lvl1pPr>
              <a:defRPr sz="1875" b="0">
                <a:solidFill>
                  <a:srgbClr val="323633"/>
                </a:solidFill>
                <a:latin typeface="Sansation"/>
                <a:ea typeface="Sansation"/>
                <a:cs typeface="Sansation"/>
              </a:defRPr>
            </a:lvl1pPr>
            <a:lvl2pPr>
              <a:defRPr sz="1875" b="0">
                <a:solidFill>
                  <a:srgbClr val="323633"/>
                </a:solidFill>
                <a:latin typeface="Sansation"/>
                <a:ea typeface="Sansation"/>
                <a:cs typeface="Sansation"/>
              </a:defRPr>
            </a:lvl2pPr>
            <a:lvl3pPr>
              <a:defRPr sz="1875" b="0">
                <a:solidFill>
                  <a:srgbClr val="323633"/>
                </a:solidFill>
                <a:latin typeface="Sansation"/>
                <a:ea typeface="Sansation"/>
                <a:cs typeface="Sansation"/>
              </a:defRPr>
            </a:lvl3pPr>
            <a:lvl4pPr>
              <a:defRPr sz="1875" b="0">
                <a:solidFill>
                  <a:srgbClr val="323633"/>
                </a:solidFill>
                <a:latin typeface="Sansation"/>
                <a:ea typeface="Sansation"/>
                <a:cs typeface="Sansation"/>
              </a:defRPr>
            </a:lvl4pPr>
            <a:lvl5pPr>
              <a:defRPr sz="1875" b="0">
                <a:solidFill>
                  <a:srgbClr val="323633"/>
                </a:solidFill>
                <a:latin typeface="Sansation"/>
                <a:ea typeface="Sansation"/>
                <a:cs typeface="Sansation"/>
              </a:defRPr>
            </a:lvl5pPr>
            <a:lvl6pPr>
              <a:defRPr sz="1875" b="0">
                <a:solidFill>
                  <a:srgbClr val="323633"/>
                </a:solidFill>
                <a:latin typeface="Sansation"/>
                <a:ea typeface="Sansation"/>
                <a:cs typeface="Sansation"/>
              </a:defRPr>
            </a:lvl6pPr>
            <a:lvl7pPr>
              <a:defRPr sz="1875" b="0">
                <a:solidFill>
                  <a:srgbClr val="323633"/>
                </a:solidFill>
                <a:latin typeface="Sansation"/>
                <a:ea typeface="Sansation"/>
                <a:cs typeface="Sansation"/>
              </a:defRPr>
            </a:lvl7pPr>
            <a:lvl8pPr>
              <a:defRPr sz="1875" b="0">
                <a:solidFill>
                  <a:srgbClr val="323633"/>
                </a:solidFill>
                <a:latin typeface="Sansation"/>
                <a:ea typeface="Sansation"/>
                <a:cs typeface="Sansation"/>
              </a:defRPr>
            </a:lvl8pPr>
            <a:lvl9pPr>
              <a:defRPr sz="1875" b="0">
                <a:solidFill>
                  <a:srgbClr val="323633"/>
                </a:solidFill>
                <a:latin typeface="Sansation"/>
                <a:ea typeface="Sansation"/>
                <a:cs typeface="Sansation"/>
              </a:defRPr>
            </a:lvl9pPr>
          </a:lstStyle>
          <a:p>
            <a:pPr>
              <a:defRPr sz="1875" b="0">
                <a:solidFill>
                  <a:srgbClr val="323633"/>
                </a:solidFill>
                <a:latin typeface="Sansation"/>
                <a:ea typeface="Sansation"/>
                <a:cs typeface="Sansation"/>
              </a:defRPr>
            </a:pPr>
            <a:r>
              <a:rPr sz="1875" b="0" dirty="0">
                <a:solidFill>
                  <a:srgbClr val="323633"/>
                </a:solidFill>
                <a:latin typeface="Sansation"/>
                <a:ea typeface="Sansation"/>
                <a:cs typeface="Sansation"/>
              </a:rPr>
              <a:t>Synthetic data. Live API calls or recorded answers.</a:t>
            </a:r>
          </a:p>
        </p:txBody>
      </p:sp>
    </p:spTree>
    <p:extLst>
      <p:ext uri="{BB962C8B-B14F-4D97-AF65-F5344CB8AC3E}">
        <p14:creationId xmlns:p14="http://schemas.microsoft.com/office/powerpoint/2010/main" val="3987788652"/>
      </p:ext>
    </p:extLst>
  </p:cSld>
  <p:clrMapOvr>
    <a:masterClrMapping/>
  </p:clrMapOvr>
</p:sld>
</file>

<file path=ppt/theme/theme1.xml><?xml version="1.0" encoding="utf-8"?>
<a:theme xmlns:a="http://schemas.openxmlformats.org/drawingml/2006/main" name="Digital Power">
  <a:themeElements>
    <a:clrScheme name="Digital Power">
      <a:dk1>
        <a:sysClr val="windowText" lastClr="000000"/>
      </a:dk1>
      <a:lt1>
        <a:sysClr val="window" lastClr="FFFFFF"/>
      </a:lt1>
      <a:dk2>
        <a:srgbClr val="323633"/>
      </a:dk2>
      <a:lt2>
        <a:srgbClr val="FAF9F5"/>
      </a:lt2>
      <a:accent1>
        <a:srgbClr val="096508"/>
      </a:accent1>
      <a:accent2>
        <a:srgbClr val="FF7A00"/>
      </a:accent2>
      <a:accent3>
        <a:srgbClr val="828C80"/>
      </a:accent3>
      <a:accent4>
        <a:srgbClr val="007CC3"/>
      </a:accent4>
      <a:accent5>
        <a:srgbClr val="F35454"/>
      </a:accent5>
      <a:accent6>
        <a:srgbClr val="F0B441"/>
      </a:accent6>
      <a:hlink>
        <a:srgbClr val="FF7A00"/>
      </a:hlink>
      <a:folHlink>
        <a:srgbClr val="D65A29"/>
      </a:folHlink>
    </a:clrScheme>
    <a:fontScheme name="Digital Power">
      <a:majorFont>
        <a:latin typeface="Sansation"/>
        <a:ea typeface=""/>
        <a:cs typeface=""/>
      </a:majorFont>
      <a:minorFont>
        <a:latin typeface="Sansation"/>
        <a:ea typeface=""/>
        <a:cs typeface=""/>
      </a:minorFont>
    </a:fontScheme>
    <a:fmtScheme name="Digital Powe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igital Power">
  <a:themeElements>
    <a:clrScheme name="Digital Power">
      <a:dk1>
        <a:sysClr val="windowText" lastClr="000000"/>
      </a:dk1>
      <a:lt1>
        <a:sysClr val="window" lastClr="FFFFFF"/>
      </a:lt1>
      <a:dk2>
        <a:srgbClr val="323633"/>
      </a:dk2>
      <a:lt2>
        <a:srgbClr val="FAF9F5"/>
      </a:lt2>
      <a:accent1>
        <a:srgbClr val="096508"/>
      </a:accent1>
      <a:accent2>
        <a:srgbClr val="FF7A00"/>
      </a:accent2>
      <a:accent3>
        <a:srgbClr val="828C80"/>
      </a:accent3>
      <a:accent4>
        <a:srgbClr val="007CC3"/>
      </a:accent4>
      <a:accent5>
        <a:srgbClr val="F35454"/>
      </a:accent5>
      <a:accent6>
        <a:srgbClr val="F0B441"/>
      </a:accent6>
      <a:hlink>
        <a:srgbClr val="FF7A00"/>
      </a:hlink>
      <a:folHlink>
        <a:srgbClr val="D65A29"/>
      </a:folHlink>
    </a:clrScheme>
    <a:fontScheme name="Digital Power">
      <a:majorFont>
        <a:latin typeface="Sansation"/>
        <a:ea typeface=""/>
        <a:cs typeface=""/>
      </a:majorFont>
      <a:minorFont>
        <a:latin typeface="Sansation"/>
        <a:ea typeface=""/>
        <a:cs typeface=""/>
      </a:minorFont>
    </a:fontScheme>
    <a:fmtScheme name="Digital Powe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b2046928-be23-4007-af64-b63b7baf0914}" enabled="1" method="Privileged" siteId="{4e545e1b-d10d-4607-b5f2-69af9be47d24}" contentBits="0" removed="0"/>
</clbl:labelList>
</file>

<file path=docProps/app.xml><?xml version="1.0" encoding="utf-8"?>
<Properties xmlns="http://schemas.openxmlformats.org/officeDocument/2006/extended-properties" xmlns:vt="http://schemas.openxmlformats.org/officeDocument/2006/docPropsVTypes">
  <TotalTime>0</TotalTime>
  <Words>1102</Words>
  <Application>Microsoft Office PowerPoint</Application>
  <DocSecurity>0</DocSecurity>
  <PresentationFormat>Widescreen</PresentationFormat>
  <Paragraphs>83</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Sansation</vt:lpstr>
      <vt:lpstr>Digital Power</vt:lpstr>
      <vt:lpstr>System One Models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Daan Boeter</cp:lastModifiedBy>
  <cp:revision>1</cp:revision>
  <dcterms:created xsi:type="dcterms:W3CDTF">2026-10-23T08:12:43Z</dcterms:created>
  <dcterms:modified xsi:type="dcterms:W3CDTF">2026-10-23T08:52:48Z</dcterms:modified>
</cp:coreProperties>
</file>